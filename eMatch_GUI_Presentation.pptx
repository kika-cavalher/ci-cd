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32"/>
  </p:notesMasterIdLst>
  <p:sldIdLst>
    <p:sldId id="258" r:id="rId6"/>
    <p:sldId id="270" r:id="rId7"/>
    <p:sldId id="307" r:id="rId8"/>
    <p:sldId id="311" r:id="rId9"/>
    <p:sldId id="271" r:id="rId10"/>
    <p:sldId id="310" r:id="rId11"/>
    <p:sldId id="309" r:id="rId12"/>
    <p:sldId id="315" r:id="rId13"/>
    <p:sldId id="323" r:id="rId14"/>
    <p:sldId id="321" r:id="rId15"/>
    <p:sldId id="322" r:id="rId16"/>
    <p:sldId id="314" r:id="rId17"/>
    <p:sldId id="326" r:id="rId18"/>
    <p:sldId id="331" r:id="rId19"/>
    <p:sldId id="329" r:id="rId20"/>
    <p:sldId id="333" r:id="rId21"/>
    <p:sldId id="332" r:id="rId22"/>
    <p:sldId id="324" r:id="rId23"/>
    <p:sldId id="334" r:id="rId24"/>
    <p:sldId id="328" r:id="rId25"/>
    <p:sldId id="327" r:id="rId26"/>
    <p:sldId id="335" r:id="rId27"/>
    <p:sldId id="336" r:id="rId28"/>
    <p:sldId id="330" r:id="rId29"/>
    <p:sldId id="325" r:id="rId30"/>
    <p:sldId id="292" r:id="rId31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EAEAEA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12CFF4-A566-408D-AAFB-F09356E9210A}" v="79" dt="2022-04-01T02:42:38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6" autoAdjust="0"/>
    <p:restoredTop sz="96215" autoAdjust="0"/>
  </p:normalViewPr>
  <p:slideViewPr>
    <p:cSldViewPr snapToGrid="0" snapToObjects="1">
      <p:cViewPr>
        <p:scale>
          <a:sx n="200" d="100"/>
          <a:sy n="200" d="100"/>
        </p:scale>
        <p:origin x="3192" y="168"/>
      </p:cViewPr>
      <p:guideLst/>
    </p:cSldViewPr>
  </p:slideViewPr>
  <p:outlineViewPr>
    <p:cViewPr>
      <p:scale>
        <a:sx n="33" d="100"/>
        <a:sy n="33" d="100"/>
      </p:scale>
      <p:origin x="0" y="-385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TEIRO Leonardo" userId="2573e68e-8b52-4cb8-8785-ccdda53c9c42" providerId="ADAL" clId="{7F6436F8-8E2A-4AD4-956E-DF813836E9A7}"/>
    <pc:docChg chg="undo custSel modSld">
      <pc:chgData name="MONTEIRO Leonardo" userId="2573e68e-8b52-4cb8-8785-ccdda53c9c42" providerId="ADAL" clId="{7F6436F8-8E2A-4AD4-956E-DF813836E9A7}" dt="2022-03-30T13:16:00.050" v="313" actId="14"/>
      <pc:docMkLst>
        <pc:docMk/>
      </pc:docMkLst>
      <pc:sldChg chg="modSp mod">
        <pc:chgData name="MONTEIRO Leonardo" userId="2573e68e-8b52-4cb8-8785-ccdda53c9c42" providerId="ADAL" clId="{7F6436F8-8E2A-4AD4-956E-DF813836E9A7}" dt="2022-03-30T12:48:02.259" v="5" actId="20577"/>
        <pc:sldMkLst>
          <pc:docMk/>
          <pc:sldMk cId="4118262518" sldId="258"/>
        </pc:sldMkLst>
        <pc:spChg chg="mod">
          <ac:chgData name="MONTEIRO Leonardo" userId="2573e68e-8b52-4cb8-8785-ccdda53c9c42" providerId="ADAL" clId="{7F6436F8-8E2A-4AD4-956E-DF813836E9A7}" dt="2022-03-30T12:47:54.847" v="3" actId="20577"/>
          <ac:spMkLst>
            <pc:docMk/>
            <pc:sldMk cId="4118262518" sldId="258"/>
            <ac:spMk id="2" creationId="{00000000-0000-0000-0000-000000000000}"/>
          </ac:spMkLst>
        </pc:spChg>
        <pc:spChg chg="mod">
          <ac:chgData name="MONTEIRO Leonardo" userId="2573e68e-8b52-4cb8-8785-ccdda53c9c42" providerId="ADAL" clId="{7F6436F8-8E2A-4AD4-956E-DF813836E9A7}" dt="2022-03-30T12:48:02.259" v="5" actId="20577"/>
          <ac:spMkLst>
            <pc:docMk/>
            <pc:sldMk cId="4118262518" sldId="258"/>
            <ac:spMk id="3" creationId="{00000000-0000-0000-0000-000000000000}"/>
          </ac:spMkLst>
        </pc:spChg>
      </pc:sldChg>
      <pc:sldChg chg="modSp mod">
        <pc:chgData name="MONTEIRO Leonardo" userId="2573e68e-8b52-4cb8-8785-ccdda53c9c42" providerId="ADAL" clId="{7F6436F8-8E2A-4AD4-956E-DF813836E9A7}" dt="2022-03-30T13:11:32.502" v="123" actId="20577"/>
        <pc:sldMkLst>
          <pc:docMk/>
          <pc:sldMk cId="2613628086" sldId="270"/>
        </pc:sldMkLst>
        <pc:spChg chg="mod">
          <ac:chgData name="MONTEIRO Leonardo" userId="2573e68e-8b52-4cb8-8785-ccdda53c9c42" providerId="ADAL" clId="{7F6436F8-8E2A-4AD4-956E-DF813836E9A7}" dt="2022-03-30T13:11:32.502" v="123" actId="20577"/>
          <ac:spMkLst>
            <pc:docMk/>
            <pc:sldMk cId="2613628086" sldId="270"/>
            <ac:spMk id="4" creationId="{00000000-0000-0000-0000-000000000000}"/>
          </ac:spMkLst>
        </pc:spChg>
      </pc:sldChg>
      <pc:sldChg chg="modSp mod">
        <pc:chgData name="MONTEIRO Leonardo" userId="2573e68e-8b52-4cb8-8785-ccdda53c9c42" providerId="ADAL" clId="{7F6436F8-8E2A-4AD4-956E-DF813836E9A7}" dt="2022-03-30T13:12:05.012" v="135" actId="20577"/>
        <pc:sldMkLst>
          <pc:docMk/>
          <pc:sldMk cId="1150298716" sldId="307"/>
        </pc:sldMkLst>
        <pc:spChg chg="mod">
          <ac:chgData name="MONTEIRO Leonardo" userId="2573e68e-8b52-4cb8-8785-ccdda53c9c42" providerId="ADAL" clId="{7F6436F8-8E2A-4AD4-956E-DF813836E9A7}" dt="2022-03-30T13:12:05.012" v="135" actId="20577"/>
          <ac:spMkLst>
            <pc:docMk/>
            <pc:sldMk cId="1150298716" sldId="307"/>
            <ac:spMk id="6" creationId="{00000000-0000-0000-0000-000000000000}"/>
          </ac:spMkLst>
        </pc:spChg>
      </pc:sldChg>
      <pc:sldChg chg="addSp delSp modSp mod">
        <pc:chgData name="MONTEIRO Leonardo" userId="2573e68e-8b52-4cb8-8785-ccdda53c9c42" providerId="ADAL" clId="{7F6436F8-8E2A-4AD4-956E-DF813836E9A7}" dt="2022-03-30T13:16:00.050" v="313" actId="14"/>
        <pc:sldMkLst>
          <pc:docMk/>
          <pc:sldMk cId="1233634430" sldId="311"/>
        </pc:sldMkLst>
        <pc:spChg chg="mod">
          <ac:chgData name="MONTEIRO Leonardo" userId="2573e68e-8b52-4cb8-8785-ccdda53c9c42" providerId="ADAL" clId="{7F6436F8-8E2A-4AD4-956E-DF813836E9A7}" dt="2022-03-30T13:12:46.744" v="169" actId="20577"/>
          <ac:spMkLst>
            <pc:docMk/>
            <pc:sldMk cId="1233634430" sldId="311"/>
            <ac:spMk id="2" creationId="{9DF2FECD-0835-4B35-8C04-7C68E662D2F8}"/>
          </ac:spMkLst>
        </pc:spChg>
        <pc:spChg chg="add mod">
          <ac:chgData name="MONTEIRO Leonardo" userId="2573e68e-8b52-4cb8-8785-ccdda53c9c42" providerId="ADAL" clId="{7F6436F8-8E2A-4AD4-956E-DF813836E9A7}" dt="2022-03-30T13:16:00.050" v="313" actId="14"/>
          <ac:spMkLst>
            <pc:docMk/>
            <pc:sldMk cId="1233634430" sldId="311"/>
            <ac:spMk id="3" creationId="{8EF02885-70C7-4BB1-86FF-9466812D15E4}"/>
          </ac:spMkLst>
        </pc:spChg>
        <pc:picChg chg="del">
          <ac:chgData name="MONTEIRO Leonardo" userId="2573e68e-8b52-4cb8-8785-ccdda53c9c42" providerId="ADAL" clId="{7F6436F8-8E2A-4AD4-956E-DF813836E9A7}" dt="2022-03-30T13:12:16.498" v="136" actId="478"/>
          <ac:picMkLst>
            <pc:docMk/>
            <pc:sldMk cId="1233634430" sldId="311"/>
            <ac:picMk id="852" creationId="{DD37EE22-5D3E-4A57-90D3-D50A7A82E1B8}"/>
          </ac:picMkLst>
        </pc:picChg>
      </pc:sldChg>
    </pc:docChg>
  </pc:docChgLst>
  <pc:docChgLst>
    <pc:chgData name="MONTEIRO Leonardo" userId="2573e68e-8b52-4cb8-8785-ccdda53c9c42" providerId="ADAL" clId="{C912CFF4-A566-408D-AAFB-F09356E9210A}"/>
    <pc:docChg chg="undo redo custSel addSld delSld modSld sldOrd">
      <pc:chgData name="MONTEIRO Leonardo" userId="2573e68e-8b52-4cb8-8785-ccdda53c9c42" providerId="ADAL" clId="{C912CFF4-A566-408D-AAFB-F09356E9210A}" dt="2022-04-01T08:21:03.047" v="4419" actId="1076"/>
      <pc:docMkLst>
        <pc:docMk/>
      </pc:docMkLst>
      <pc:sldChg chg="modSp mod">
        <pc:chgData name="MONTEIRO Leonardo" userId="2573e68e-8b52-4cb8-8785-ccdda53c9c42" providerId="ADAL" clId="{C912CFF4-A566-408D-AAFB-F09356E9210A}" dt="2022-04-01T02:41:02.728" v="4355" actId="207"/>
        <pc:sldMkLst>
          <pc:docMk/>
          <pc:sldMk cId="2613628086" sldId="270"/>
        </pc:sldMkLst>
        <pc:spChg chg="mod">
          <ac:chgData name="MONTEIRO Leonardo" userId="2573e68e-8b52-4cb8-8785-ccdda53c9c42" providerId="ADAL" clId="{C912CFF4-A566-408D-AAFB-F09356E9210A}" dt="2022-04-01T02:41:02.728" v="4355" actId="207"/>
          <ac:spMkLst>
            <pc:docMk/>
            <pc:sldMk cId="2613628086" sldId="270"/>
            <ac:spMk id="4" creationId="{00000000-0000-0000-0000-000000000000}"/>
          </ac:spMkLst>
        </pc:spChg>
      </pc:sldChg>
      <pc:sldChg chg="modSp mod">
        <pc:chgData name="MONTEIRO Leonardo" userId="2573e68e-8b52-4cb8-8785-ccdda53c9c42" providerId="ADAL" clId="{C912CFF4-A566-408D-AAFB-F09356E9210A}" dt="2022-03-30T17:04:06.793" v="318" actId="20577"/>
        <pc:sldMkLst>
          <pc:docMk/>
          <pc:sldMk cId="776919072" sldId="271"/>
        </pc:sldMkLst>
        <pc:spChg chg="mod">
          <ac:chgData name="MONTEIRO Leonardo" userId="2573e68e-8b52-4cb8-8785-ccdda53c9c42" providerId="ADAL" clId="{C912CFF4-A566-408D-AAFB-F09356E9210A}" dt="2022-03-30T17:04:06.793" v="318" actId="20577"/>
          <ac:spMkLst>
            <pc:docMk/>
            <pc:sldMk cId="776919072" sldId="271"/>
            <ac:spMk id="6" creationId="{00000000-0000-0000-0000-000000000000}"/>
          </ac:spMkLst>
        </pc:spChg>
      </pc:sldChg>
      <pc:sldChg chg="del">
        <pc:chgData name="MONTEIRO Leonardo" userId="2573e68e-8b52-4cb8-8785-ccdda53c9c42" providerId="ADAL" clId="{C912CFF4-A566-408D-AAFB-F09356E9210A}" dt="2022-04-01T00:53:26.522" v="1478" actId="2696"/>
        <pc:sldMkLst>
          <pc:docMk/>
          <pc:sldMk cId="1897256202" sldId="273"/>
        </pc:sldMkLst>
      </pc:sldChg>
      <pc:sldChg chg="modSp mod">
        <pc:chgData name="MONTEIRO Leonardo" userId="2573e68e-8b52-4cb8-8785-ccdda53c9c42" providerId="ADAL" clId="{C912CFF4-A566-408D-AAFB-F09356E9210A}" dt="2022-03-31T23:49:52.523" v="599"/>
        <pc:sldMkLst>
          <pc:docMk/>
          <pc:sldMk cId="50677616" sldId="309"/>
        </pc:sldMkLst>
        <pc:spChg chg="mod">
          <ac:chgData name="MONTEIRO Leonardo" userId="2573e68e-8b52-4cb8-8785-ccdda53c9c42" providerId="ADAL" clId="{C912CFF4-A566-408D-AAFB-F09356E9210A}" dt="2022-03-31T23:49:52.523" v="599"/>
          <ac:spMkLst>
            <pc:docMk/>
            <pc:sldMk cId="50677616" sldId="309"/>
            <ac:spMk id="6" creationId="{00000000-0000-0000-0000-000000000000}"/>
          </ac:spMkLst>
        </pc:spChg>
      </pc:sldChg>
      <pc:sldChg chg="addSp delSp modSp mod">
        <pc:chgData name="MONTEIRO Leonardo" userId="2573e68e-8b52-4cb8-8785-ccdda53c9c42" providerId="ADAL" clId="{C912CFF4-A566-408D-AAFB-F09356E9210A}" dt="2022-04-01T01:19:56.161" v="2008" actId="14100"/>
        <pc:sldMkLst>
          <pc:docMk/>
          <pc:sldMk cId="1998984169" sldId="310"/>
        </pc:sldMkLst>
        <pc:spChg chg="mod">
          <ac:chgData name="MONTEIRO Leonardo" userId="2573e68e-8b52-4cb8-8785-ccdda53c9c42" providerId="ADAL" clId="{C912CFF4-A566-408D-AAFB-F09356E9210A}" dt="2022-03-30T17:04:13.907" v="323" actId="6549"/>
          <ac:spMkLst>
            <pc:docMk/>
            <pc:sldMk cId="1998984169" sldId="310"/>
            <ac:spMk id="2" creationId="{9DF2FECD-0835-4B35-8C04-7C68E662D2F8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12" creationId="{21BFB363-37DF-4419-8E75-24B0B6CA338E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13" creationId="{422BB8F0-4DED-43EB-A254-12D3E5A8E98B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14" creationId="{7DD6BDCE-1DB4-4DBD-8A7B-AF17F0A6B8D9}"/>
          </ac:spMkLst>
        </pc:spChg>
        <pc:spChg chg="add mod">
          <ac:chgData name="MONTEIRO Leonardo" userId="2573e68e-8b52-4cb8-8785-ccdda53c9c42" providerId="ADAL" clId="{C912CFF4-A566-408D-AAFB-F09356E9210A}" dt="2022-04-01T01:19:46.295" v="2007" actId="14100"/>
          <ac:spMkLst>
            <pc:docMk/>
            <pc:sldMk cId="1998984169" sldId="310"/>
            <ac:spMk id="15" creationId="{6F786FE3-D10B-4A28-8A2B-DCF8E302D970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16" creationId="{021EAB50-F34C-4577-B7E2-A041E68BB11B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54" creationId="{C015656D-5880-4D01-9E92-F37637ABD562}"/>
          </ac:spMkLst>
        </pc:spChg>
        <pc:spChg chg="add mod">
          <ac:chgData name="MONTEIRO Leonardo" userId="2573e68e-8b52-4cb8-8785-ccdda53c9c42" providerId="ADAL" clId="{C912CFF4-A566-408D-AAFB-F09356E9210A}" dt="2022-04-01T01:17:58.504" v="1993" actId="14100"/>
          <ac:spMkLst>
            <pc:docMk/>
            <pc:sldMk cId="1998984169" sldId="310"/>
            <ac:spMk id="55" creationId="{BEF7A6A5-4017-4B41-B014-319AD293F124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59" creationId="{180CF99E-19D3-4628-BDDA-47B995CB495F}"/>
          </ac:spMkLst>
        </pc:spChg>
        <pc:spChg chg="add mod">
          <ac:chgData name="MONTEIRO Leonardo" userId="2573e68e-8b52-4cb8-8785-ccdda53c9c42" providerId="ADAL" clId="{C912CFF4-A566-408D-AAFB-F09356E9210A}" dt="2022-04-01T01:17:24.296" v="1990" actId="255"/>
          <ac:spMkLst>
            <pc:docMk/>
            <pc:sldMk cId="1998984169" sldId="310"/>
            <ac:spMk id="65" creationId="{0AE1A066-505B-4DE2-81E8-B3E3E198308D}"/>
          </ac:spMkLst>
        </pc:spChg>
        <pc:picChg chg="del">
          <ac:chgData name="MONTEIRO Leonardo" userId="2573e68e-8b52-4cb8-8785-ccdda53c9c42" providerId="ADAL" clId="{C912CFF4-A566-408D-AAFB-F09356E9210A}" dt="2022-03-30T13:26:47.985" v="313" actId="478"/>
          <ac:picMkLst>
            <pc:docMk/>
            <pc:sldMk cId="1998984169" sldId="310"/>
            <ac:picMk id="8" creationId="{E7E68017-E567-44AC-8398-7F15E769853F}"/>
          </ac:picMkLst>
        </pc:picChg>
        <pc:picChg chg="add del mod">
          <ac:chgData name="MONTEIRO Leonardo" userId="2573e68e-8b52-4cb8-8785-ccdda53c9c42" providerId="ADAL" clId="{C912CFF4-A566-408D-AAFB-F09356E9210A}" dt="2022-03-31T23:48:39.572" v="570" actId="1076"/>
          <ac:picMkLst>
            <pc:docMk/>
            <pc:sldMk cId="1998984169" sldId="310"/>
            <ac:picMk id="9" creationId="{31E4EC14-B221-4AC4-8C3F-063959B64237}"/>
          </ac:picMkLst>
        </pc:picChg>
        <pc:picChg chg="add mod">
          <ac:chgData name="MONTEIRO Leonardo" userId="2573e68e-8b52-4cb8-8785-ccdda53c9c42" providerId="ADAL" clId="{C912CFF4-A566-408D-AAFB-F09356E9210A}" dt="2022-04-01T01:18:08.483" v="1995" actId="1076"/>
          <ac:picMkLst>
            <pc:docMk/>
            <pc:sldMk cId="1998984169" sldId="310"/>
            <ac:picMk id="56" creationId="{FE91651D-A8DE-43DE-9956-478CECF76B0C}"/>
          </ac:picMkLst>
        </pc:picChg>
        <pc:picChg chg="add mod">
          <ac:chgData name="MONTEIRO Leonardo" userId="2573e68e-8b52-4cb8-8785-ccdda53c9c42" providerId="ADAL" clId="{C912CFF4-A566-408D-AAFB-F09356E9210A}" dt="2022-04-01T01:18:03.362" v="1994" actId="1076"/>
          <ac:picMkLst>
            <pc:docMk/>
            <pc:sldMk cId="1998984169" sldId="310"/>
            <ac:picMk id="57" creationId="{5E67B740-AB9D-4D3D-8D76-8B0123456EB3}"/>
          </ac:picMkLst>
        </pc:picChg>
        <pc:picChg chg="add mod">
          <ac:chgData name="MONTEIRO Leonardo" userId="2573e68e-8b52-4cb8-8785-ccdda53c9c42" providerId="ADAL" clId="{C912CFF4-A566-408D-AAFB-F09356E9210A}" dt="2022-04-01T01:18:12.235" v="1996" actId="1076"/>
          <ac:picMkLst>
            <pc:docMk/>
            <pc:sldMk cId="1998984169" sldId="310"/>
            <ac:picMk id="58" creationId="{78FFBA44-BE07-4688-981B-E5B5EB0982DA}"/>
          </ac:picMkLst>
        </pc:picChg>
        <pc:cxnChg chg="add del">
          <ac:chgData name="MONTEIRO Leonardo" userId="2573e68e-8b52-4cb8-8785-ccdda53c9c42" providerId="ADAL" clId="{C912CFF4-A566-408D-AAFB-F09356E9210A}" dt="2022-03-31T16:56:49.631" v="332" actId="478"/>
          <ac:cxnSpMkLst>
            <pc:docMk/>
            <pc:sldMk cId="1998984169" sldId="310"/>
            <ac:cxnSpMk id="11" creationId="{C62CB5CB-52AF-4AA5-BF6E-7F8E9F166DD6}"/>
          </ac:cxnSpMkLst>
        </pc:cxnChg>
        <pc:cxnChg chg="add mod">
          <ac:chgData name="MONTEIRO Leonardo" userId="2573e68e-8b52-4cb8-8785-ccdda53c9c42" providerId="ADAL" clId="{C912CFF4-A566-408D-AAFB-F09356E9210A}" dt="2022-04-01T00:21:27.649" v="973" actId="14100"/>
          <ac:cxnSpMkLst>
            <pc:docMk/>
            <pc:sldMk cId="1998984169" sldId="310"/>
            <ac:cxnSpMk id="18" creationId="{D75036B2-2974-42CE-8FE8-52BA9D44655D}"/>
          </ac:cxnSpMkLst>
        </pc:cxnChg>
        <pc:cxnChg chg="add mod">
          <ac:chgData name="MONTEIRO Leonardo" userId="2573e68e-8b52-4cb8-8785-ccdda53c9c42" providerId="ADAL" clId="{C912CFF4-A566-408D-AAFB-F09356E9210A}" dt="2022-04-01T01:17:24.296" v="1990" actId="255"/>
          <ac:cxnSpMkLst>
            <pc:docMk/>
            <pc:sldMk cId="1998984169" sldId="310"/>
            <ac:cxnSpMk id="24" creationId="{10AD8251-7D80-4690-9717-629B7B28D806}"/>
          </ac:cxnSpMkLst>
        </pc:cxnChg>
        <pc:cxnChg chg="add mod">
          <ac:chgData name="MONTEIRO Leonardo" userId="2573e68e-8b52-4cb8-8785-ccdda53c9c42" providerId="ADAL" clId="{C912CFF4-A566-408D-AAFB-F09356E9210A}" dt="2022-04-01T00:20:58.669" v="970" actId="208"/>
          <ac:cxnSpMkLst>
            <pc:docMk/>
            <pc:sldMk cId="1998984169" sldId="310"/>
            <ac:cxnSpMk id="29" creationId="{D1FAB8ED-B3A3-4F3D-9BFD-642C680C9603}"/>
          </ac:cxnSpMkLst>
        </pc:cxnChg>
        <pc:cxnChg chg="add mod">
          <ac:chgData name="MONTEIRO Leonardo" userId="2573e68e-8b52-4cb8-8785-ccdda53c9c42" providerId="ADAL" clId="{C912CFF4-A566-408D-AAFB-F09356E9210A}" dt="2022-04-01T01:17:24.296" v="1990" actId="255"/>
          <ac:cxnSpMkLst>
            <pc:docMk/>
            <pc:sldMk cId="1998984169" sldId="310"/>
            <ac:cxnSpMk id="32" creationId="{420DF5AC-6785-45F8-9583-39A87AD54A7E}"/>
          </ac:cxnSpMkLst>
        </pc:cxnChg>
        <pc:cxnChg chg="add mod">
          <ac:chgData name="MONTEIRO Leonardo" userId="2573e68e-8b52-4cb8-8785-ccdda53c9c42" providerId="ADAL" clId="{C912CFF4-A566-408D-AAFB-F09356E9210A}" dt="2022-04-01T01:18:46.931" v="2000" actId="14100"/>
          <ac:cxnSpMkLst>
            <pc:docMk/>
            <pc:sldMk cId="1998984169" sldId="310"/>
            <ac:cxnSpMk id="33" creationId="{4EF97EF5-8C38-49CA-B670-5BD09587FBE5}"/>
          </ac:cxnSpMkLst>
        </pc:cxnChg>
        <pc:cxnChg chg="add mod">
          <ac:chgData name="MONTEIRO Leonardo" userId="2573e68e-8b52-4cb8-8785-ccdda53c9c42" providerId="ADAL" clId="{C912CFF4-A566-408D-AAFB-F09356E9210A}" dt="2022-04-01T01:19:46.295" v="2007" actId="14100"/>
          <ac:cxnSpMkLst>
            <pc:docMk/>
            <pc:sldMk cId="1998984169" sldId="310"/>
            <ac:cxnSpMk id="50" creationId="{62CA2B24-4315-4F4A-B850-E26067CC9CB2}"/>
          </ac:cxnSpMkLst>
        </pc:cxnChg>
        <pc:cxnChg chg="add mod">
          <ac:chgData name="MONTEIRO Leonardo" userId="2573e68e-8b52-4cb8-8785-ccdda53c9c42" providerId="ADAL" clId="{C912CFF4-A566-408D-AAFB-F09356E9210A}" dt="2022-04-01T01:17:24.296" v="1990" actId="255"/>
          <ac:cxnSpMkLst>
            <pc:docMk/>
            <pc:sldMk cId="1998984169" sldId="310"/>
            <ac:cxnSpMk id="60" creationId="{52362E3A-5798-496C-967C-F143802320D8}"/>
          </ac:cxnSpMkLst>
        </pc:cxnChg>
        <pc:cxnChg chg="add mod">
          <ac:chgData name="MONTEIRO Leonardo" userId="2573e68e-8b52-4cb8-8785-ccdda53c9c42" providerId="ADAL" clId="{C912CFF4-A566-408D-AAFB-F09356E9210A}" dt="2022-04-01T01:19:56.161" v="2008" actId="14100"/>
          <ac:cxnSpMkLst>
            <pc:docMk/>
            <pc:sldMk cId="1998984169" sldId="310"/>
            <ac:cxnSpMk id="66" creationId="{53C309FB-F0B5-4B78-835C-41E1420B7FFA}"/>
          </ac:cxnSpMkLst>
        </pc:cxnChg>
      </pc:sldChg>
      <pc:sldChg chg="modSp mod">
        <pc:chgData name="MONTEIRO Leonardo" userId="2573e68e-8b52-4cb8-8785-ccdda53c9c42" providerId="ADAL" clId="{C912CFF4-A566-408D-AAFB-F09356E9210A}" dt="2022-04-01T02:09:11.295" v="3391" actId="20577"/>
        <pc:sldMkLst>
          <pc:docMk/>
          <pc:sldMk cId="1233634430" sldId="311"/>
        </pc:sldMkLst>
        <pc:spChg chg="mod">
          <ac:chgData name="MONTEIRO Leonardo" userId="2573e68e-8b52-4cb8-8785-ccdda53c9c42" providerId="ADAL" clId="{C912CFF4-A566-408D-AAFB-F09356E9210A}" dt="2022-04-01T02:09:11.295" v="3391" actId="20577"/>
          <ac:spMkLst>
            <pc:docMk/>
            <pc:sldMk cId="1233634430" sldId="311"/>
            <ac:spMk id="3" creationId="{8EF02885-70C7-4BB1-86FF-9466812D15E4}"/>
          </ac:spMkLst>
        </pc:spChg>
        <pc:spChg chg="mod">
          <ac:chgData name="MONTEIRO Leonardo" userId="2573e68e-8b52-4cb8-8785-ccdda53c9c42" providerId="ADAL" clId="{C912CFF4-A566-408D-AAFB-F09356E9210A}" dt="2022-03-30T13:26:38.256" v="312" actId="20577"/>
          <ac:spMkLst>
            <pc:docMk/>
            <pc:sldMk cId="1233634430" sldId="311"/>
            <ac:spMk id="5" creationId="{28947BA6-91BF-485B-9587-1D12B42AC0F7}"/>
          </ac:spMkLst>
        </pc:spChg>
      </pc:sldChg>
      <pc:sldChg chg="modSp mod">
        <pc:chgData name="MONTEIRO Leonardo" userId="2573e68e-8b52-4cb8-8785-ccdda53c9c42" providerId="ADAL" clId="{C912CFF4-A566-408D-AAFB-F09356E9210A}" dt="2022-04-01T00:51:16.816" v="1414" actId="20577"/>
        <pc:sldMkLst>
          <pc:docMk/>
          <pc:sldMk cId="889008868" sldId="314"/>
        </pc:sldMkLst>
        <pc:spChg chg="mod">
          <ac:chgData name="MONTEIRO Leonardo" userId="2573e68e-8b52-4cb8-8785-ccdda53c9c42" providerId="ADAL" clId="{C912CFF4-A566-408D-AAFB-F09356E9210A}" dt="2022-04-01T00:51:16.816" v="1414" actId="20577"/>
          <ac:spMkLst>
            <pc:docMk/>
            <pc:sldMk cId="889008868" sldId="314"/>
            <ac:spMk id="6" creationId="{00000000-0000-0000-0000-000000000000}"/>
          </ac:spMkLst>
        </pc:spChg>
      </pc:sldChg>
      <pc:sldChg chg="addSp delSp modSp mod">
        <pc:chgData name="MONTEIRO Leonardo" userId="2573e68e-8b52-4cb8-8785-ccdda53c9c42" providerId="ADAL" clId="{C912CFF4-A566-408D-AAFB-F09356E9210A}" dt="2022-04-01T00:25:12.136" v="1069" actId="1037"/>
        <pc:sldMkLst>
          <pc:docMk/>
          <pc:sldMk cId="2287813700" sldId="315"/>
        </pc:sldMkLst>
        <pc:spChg chg="mod">
          <ac:chgData name="MONTEIRO Leonardo" userId="2573e68e-8b52-4cb8-8785-ccdda53c9c42" providerId="ADAL" clId="{C912CFF4-A566-408D-AAFB-F09356E9210A}" dt="2022-04-01T00:11:18.149" v="849"/>
          <ac:spMkLst>
            <pc:docMk/>
            <pc:sldMk cId="2287813700" sldId="315"/>
            <ac:spMk id="2" creationId="{9DF2FECD-0835-4B35-8C04-7C68E662D2F8}"/>
          </ac:spMkLst>
        </pc:spChg>
        <pc:spChg chg="del">
          <ac:chgData name="MONTEIRO Leonardo" userId="2573e68e-8b52-4cb8-8785-ccdda53c9c42" providerId="ADAL" clId="{C912CFF4-A566-408D-AAFB-F09356E9210A}" dt="2022-03-31T23:50:01.382" v="600" actId="478"/>
          <ac:spMkLst>
            <pc:docMk/>
            <pc:sldMk cId="2287813700" sldId="315"/>
            <ac:spMk id="8" creationId="{8E013F17-FB04-4B4E-9EAA-193E936ABF73}"/>
          </ac:spMkLst>
        </pc:spChg>
        <pc:spChg chg="del">
          <ac:chgData name="MONTEIRO Leonardo" userId="2573e68e-8b52-4cb8-8785-ccdda53c9c42" providerId="ADAL" clId="{C912CFF4-A566-408D-AAFB-F09356E9210A}" dt="2022-03-31T23:50:01.382" v="600" actId="478"/>
          <ac:spMkLst>
            <pc:docMk/>
            <pc:sldMk cId="2287813700" sldId="315"/>
            <ac:spMk id="9" creationId="{F6F383D5-7C48-46A0-B805-4938274F53A5}"/>
          </ac:spMkLst>
        </pc:spChg>
        <pc:spChg chg="del">
          <ac:chgData name="MONTEIRO Leonardo" userId="2573e68e-8b52-4cb8-8785-ccdda53c9c42" providerId="ADAL" clId="{C912CFF4-A566-408D-AAFB-F09356E9210A}" dt="2022-03-31T23:50:01.382" v="600" actId="478"/>
          <ac:spMkLst>
            <pc:docMk/>
            <pc:sldMk cId="2287813700" sldId="315"/>
            <ac:spMk id="12" creationId="{8AF3F529-373E-4EF8-A39E-4F9E5611EA11}"/>
          </ac:spMkLst>
        </pc:spChg>
        <pc:spChg chg="add mod ord">
          <ac:chgData name="MONTEIRO Leonardo" userId="2573e68e-8b52-4cb8-8785-ccdda53c9c42" providerId="ADAL" clId="{C912CFF4-A566-408D-AAFB-F09356E9210A}" dt="2022-04-01T00:25:12.136" v="1069" actId="1037"/>
          <ac:spMkLst>
            <pc:docMk/>
            <pc:sldMk cId="2287813700" sldId="315"/>
            <ac:spMk id="23" creationId="{E0C5FF82-CF5A-40A6-A300-3D946A5D3EF5}"/>
          </ac:spMkLst>
        </pc:spChg>
        <pc:spChg chg="add del mod">
          <ac:chgData name="MONTEIRO Leonardo" userId="2573e68e-8b52-4cb8-8785-ccdda53c9c42" providerId="ADAL" clId="{C912CFF4-A566-408D-AAFB-F09356E9210A}" dt="2022-04-01T00:12:06.178" v="860" actId="478"/>
          <ac:spMkLst>
            <pc:docMk/>
            <pc:sldMk cId="2287813700" sldId="315"/>
            <ac:spMk id="25" creationId="{1BD93A2F-F796-4BB7-AF09-A9A5C15C2886}"/>
          </ac:spMkLst>
        </pc:spChg>
        <pc:spChg chg="del">
          <ac:chgData name="MONTEIRO Leonardo" userId="2573e68e-8b52-4cb8-8785-ccdda53c9c42" providerId="ADAL" clId="{C912CFF4-A566-408D-AAFB-F09356E9210A}" dt="2022-03-31T23:50:01.382" v="600" actId="478"/>
          <ac:spMkLst>
            <pc:docMk/>
            <pc:sldMk cId="2287813700" sldId="315"/>
            <ac:spMk id="29" creationId="{3AC3FD9D-57F0-410F-B06C-D065F90CB505}"/>
          </ac:spMkLst>
        </pc:spChg>
        <pc:spChg chg="add del mod">
          <ac:chgData name="MONTEIRO Leonardo" userId="2573e68e-8b52-4cb8-8785-ccdda53c9c42" providerId="ADAL" clId="{C912CFF4-A566-408D-AAFB-F09356E9210A}" dt="2022-04-01T00:24:59.778" v="995" actId="21"/>
          <ac:spMkLst>
            <pc:docMk/>
            <pc:sldMk cId="2287813700" sldId="315"/>
            <ac:spMk id="75" creationId="{C8B50522-A3F7-4D6D-AFDD-115AD9E7254E}"/>
          </ac:spMkLst>
        </pc:spChg>
        <pc:picChg chg="add mod">
          <ac:chgData name="MONTEIRO Leonardo" userId="2573e68e-8b52-4cb8-8785-ccdda53c9c42" providerId="ADAL" clId="{C912CFF4-A566-408D-AAFB-F09356E9210A}" dt="2022-04-01T00:25:12.136" v="1069" actId="1037"/>
          <ac:picMkLst>
            <pc:docMk/>
            <pc:sldMk cId="2287813700" sldId="315"/>
            <ac:picMk id="10" creationId="{5AF5DE40-5A5E-4F4D-A2B0-187DF686EEE4}"/>
          </ac:picMkLst>
        </pc:picChg>
        <pc:picChg chg="add del mod">
          <ac:chgData name="MONTEIRO Leonardo" userId="2573e68e-8b52-4cb8-8785-ccdda53c9c42" providerId="ADAL" clId="{C912CFF4-A566-408D-AAFB-F09356E9210A}" dt="2022-04-01T00:24:59.778" v="995" actId="21"/>
          <ac:picMkLst>
            <pc:docMk/>
            <pc:sldMk cId="2287813700" sldId="315"/>
            <ac:picMk id="1024" creationId="{30E6E84A-29D3-4F49-B73D-7431CC4F63D1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26" creationId="{0CA4CD43-A486-497B-BC94-8309F7BFD1D9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30" creationId="{E07E2257-A378-4623-856D-65439DBDFA02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32" creationId="{2CABDCFB-8AFF-4FBA-A4AA-16F22E28552D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34" creationId="{E0D5D5A9-15FA-4816-8AE2-120D211548B0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36" creationId="{4C73915E-0FFA-47A0-82A1-9BD9F11AA6CC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42" creationId="{28D6E801-C1B2-4796-8906-535F32C48E03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50" creationId="{F1F84509-373C-44B8-9715-3225369FD44C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52" creationId="{5858AEA9-369B-40DB-A76C-2371C8CD7DDF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54" creationId="{2BFE8B6B-CFD0-4529-82A5-E7B333A28A8F}"/>
          </ac:picMkLst>
        </pc:picChg>
        <pc:picChg chg="del">
          <ac:chgData name="MONTEIRO Leonardo" userId="2573e68e-8b52-4cb8-8785-ccdda53c9c42" providerId="ADAL" clId="{C912CFF4-A566-408D-AAFB-F09356E9210A}" dt="2022-03-31T23:50:01.382" v="600" actId="478"/>
          <ac:picMkLst>
            <pc:docMk/>
            <pc:sldMk cId="2287813700" sldId="315"/>
            <ac:picMk id="1056" creationId="{F18A9022-F02E-486C-96A9-1751A321AA30}"/>
          </ac:picMkLst>
        </pc:picChg>
        <pc:cxnChg chg="add mod ord">
          <ac:chgData name="MONTEIRO Leonardo" userId="2573e68e-8b52-4cb8-8785-ccdda53c9c42" providerId="ADAL" clId="{C912CFF4-A566-408D-AAFB-F09356E9210A}" dt="2022-04-01T00:25:12.136" v="1069" actId="1037"/>
          <ac:cxnSpMkLst>
            <pc:docMk/>
            <pc:sldMk cId="2287813700" sldId="315"/>
            <ac:cxnSpMk id="26" creationId="{915AB91C-4DD7-46F2-A995-6C0FFF2528A9}"/>
          </ac:cxnSpMkLst>
        </pc:cxnChg>
        <pc:cxnChg chg="add mod">
          <ac:chgData name="MONTEIRO Leonardo" userId="2573e68e-8b52-4cb8-8785-ccdda53c9c42" providerId="ADAL" clId="{C912CFF4-A566-408D-AAFB-F09356E9210A}" dt="2022-04-01T00:25:12.136" v="1069" actId="1037"/>
          <ac:cxnSpMkLst>
            <pc:docMk/>
            <pc:sldMk cId="2287813700" sldId="315"/>
            <ac:cxnSpMk id="30" creationId="{5C248F0C-BCC0-4844-ABD2-1A4C24E81AE2}"/>
          </ac:cxnSpMkLst>
        </pc:cxnChg>
        <pc:cxnChg chg="add mod">
          <ac:chgData name="MONTEIRO Leonardo" userId="2573e68e-8b52-4cb8-8785-ccdda53c9c42" providerId="ADAL" clId="{C912CFF4-A566-408D-AAFB-F09356E9210A}" dt="2022-04-01T00:25:12.136" v="1069" actId="1037"/>
          <ac:cxnSpMkLst>
            <pc:docMk/>
            <pc:sldMk cId="2287813700" sldId="315"/>
            <ac:cxnSpMk id="32" creationId="{F3B7B6AC-5612-41E9-8960-0BB51DAF5BE0}"/>
          </ac:cxnSpMkLst>
        </pc:cxnChg>
        <pc:cxnChg chg="add mod">
          <ac:chgData name="MONTEIRO Leonardo" userId="2573e68e-8b52-4cb8-8785-ccdda53c9c42" providerId="ADAL" clId="{C912CFF4-A566-408D-AAFB-F09356E9210A}" dt="2022-04-01T00:25:12.136" v="1069" actId="1037"/>
          <ac:cxnSpMkLst>
            <pc:docMk/>
            <pc:sldMk cId="2287813700" sldId="315"/>
            <ac:cxnSpMk id="35" creationId="{826DB5C6-017F-4BE8-B876-89E8811C9B7B}"/>
          </ac:cxnSpMkLst>
        </pc:cxnChg>
        <pc:cxnChg chg="add del mod">
          <ac:chgData name="MONTEIRO Leonardo" userId="2573e68e-8b52-4cb8-8785-ccdda53c9c42" providerId="ADAL" clId="{C912CFF4-A566-408D-AAFB-F09356E9210A}" dt="2022-04-01T00:24:59.778" v="995" actId="21"/>
          <ac:cxnSpMkLst>
            <pc:docMk/>
            <pc:sldMk cId="2287813700" sldId="315"/>
            <ac:cxnSpMk id="76" creationId="{565AD3DF-08CD-4FE8-BED2-D2F2792B8829}"/>
          </ac:cxnSpMkLst>
        </pc:cxnChg>
      </pc:sldChg>
      <pc:sldChg chg="delSp del mod">
        <pc:chgData name="MONTEIRO Leonardo" userId="2573e68e-8b52-4cb8-8785-ccdda53c9c42" providerId="ADAL" clId="{C912CFF4-A566-408D-AAFB-F09356E9210A}" dt="2022-03-31T23:49:44.254" v="598" actId="2696"/>
        <pc:sldMkLst>
          <pc:docMk/>
          <pc:sldMk cId="2170058298" sldId="316"/>
        </pc:sldMkLst>
        <pc:picChg chg="del">
          <ac:chgData name="MONTEIRO Leonardo" userId="2573e68e-8b52-4cb8-8785-ccdda53c9c42" providerId="ADAL" clId="{C912CFF4-A566-408D-AAFB-F09356E9210A}" dt="2022-03-30T13:28:39.514" v="314" actId="478"/>
          <ac:picMkLst>
            <pc:docMk/>
            <pc:sldMk cId="2170058298" sldId="316"/>
            <ac:picMk id="8" creationId="{6EC26A7D-173E-44A3-856C-385F1F425DA4}"/>
          </ac:picMkLst>
        </pc:picChg>
      </pc:sldChg>
      <pc:sldChg chg="del">
        <pc:chgData name="MONTEIRO Leonardo" userId="2573e68e-8b52-4cb8-8785-ccdda53c9c42" providerId="ADAL" clId="{C912CFF4-A566-408D-AAFB-F09356E9210A}" dt="2022-04-01T00:53:29.757" v="1479" actId="2696"/>
        <pc:sldMkLst>
          <pc:docMk/>
          <pc:sldMk cId="2775390398" sldId="319"/>
        </pc:sldMkLst>
      </pc:sldChg>
      <pc:sldChg chg="del">
        <pc:chgData name="MONTEIRO Leonardo" userId="2573e68e-8b52-4cb8-8785-ccdda53c9c42" providerId="ADAL" clId="{C912CFF4-A566-408D-AAFB-F09356E9210A}" dt="2022-04-01T00:53:31.832" v="1480" actId="2696"/>
        <pc:sldMkLst>
          <pc:docMk/>
          <pc:sldMk cId="507507901" sldId="320"/>
        </pc:sldMkLst>
      </pc:sldChg>
      <pc:sldChg chg="addSp delSp modSp add mod">
        <pc:chgData name="MONTEIRO Leonardo" userId="2573e68e-8b52-4cb8-8785-ccdda53c9c42" providerId="ADAL" clId="{C912CFF4-A566-408D-AAFB-F09356E9210A}" dt="2022-04-01T01:16:55.195" v="1988" actId="255"/>
        <pc:sldMkLst>
          <pc:docMk/>
          <pc:sldMk cId="2779624109" sldId="321"/>
        </pc:sldMkLst>
        <pc:spChg chg="mod">
          <ac:chgData name="MONTEIRO Leonardo" userId="2573e68e-8b52-4cb8-8785-ccdda53c9c42" providerId="ADAL" clId="{C912CFF4-A566-408D-AAFB-F09356E9210A}" dt="2022-04-01T00:26:05.830" v="1126" actId="20577"/>
          <ac:spMkLst>
            <pc:docMk/>
            <pc:sldMk cId="2779624109" sldId="321"/>
            <ac:spMk id="2" creationId="{9DF2FECD-0835-4B35-8C04-7C68E662D2F8}"/>
          </ac:spMkLst>
        </pc:spChg>
        <pc:spChg chg="add mod">
          <ac:chgData name="MONTEIRO Leonardo" userId="2573e68e-8b52-4cb8-8785-ccdda53c9c42" providerId="ADAL" clId="{C912CFF4-A566-408D-AAFB-F09356E9210A}" dt="2022-04-01T01:16:55.195" v="1988" actId="255"/>
          <ac:spMkLst>
            <pc:docMk/>
            <pc:sldMk cId="2779624109" sldId="321"/>
            <ac:spMk id="9" creationId="{B298C0A0-2ACF-4160-A2F7-74C5F5C36E62}"/>
          </ac:spMkLst>
        </pc:spChg>
        <pc:spChg chg="add mod">
          <ac:chgData name="MONTEIRO Leonardo" userId="2573e68e-8b52-4cb8-8785-ccdda53c9c42" providerId="ADAL" clId="{C912CFF4-A566-408D-AAFB-F09356E9210A}" dt="2022-04-01T01:16:55.195" v="1988" actId="255"/>
          <ac:spMkLst>
            <pc:docMk/>
            <pc:sldMk cId="2779624109" sldId="321"/>
            <ac:spMk id="18" creationId="{670D5CC5-AF34-491B-9243-1F0C8D206578}"/>
          </ac:spMkLst>
        </pc:spChg>
        <pc:spChg chg="add mod">
          <ac:chgData name="MONTEIRO Leonardo" userId="2573e68e-8b52-4cb8-8785-ccdda53c9c42" providerId="ADAL" clId="{C912CFF4-A566-408D-AAFB-F09356E9210A}" dt="2022-04-01T01:16:55.195" v="1988" actId="255"/>
          <ac:spMkLst>
            <pc:docMk/>
            <pc:sldMk cId="2779624109" sldId="321"/>
            <ac:spMk id="19" creationId="{EAC636F0-6B40-4BA0-9267-0353915C1816}"/>
          </ac:spMkLst>
        </pc:spChg>
        <pc:picChg chg="add mod">
          <ac:chgData name="MONTEIRO Leonardo" userId="2573e68e-8b52-4cb8-8785-ccdda53c9c42" providerId="ADAL" clId="{C912CFF4-A566-408D-AAFB-F09356E9210A}" dt="2022-04-01T00:45:37.384" v="1334" actId="1076"/>
          <ac:picMkLst>
            <pc:docMk/>
            <pc:sldMk cId="2779624109" sldId="321"/>
            <ac:picMk id="8" creationId="{9FF0024D-EADD-42CE-BF7F-77A3DDB54722}"/>
          </ac:picMkLst>
        </pc:picChg>
        <pc:picChg chg="add del mod">
          <ac:chgData name="MONTEIRO Leonardo" userId="2573e68e-8b52-4cb8-8785-ccdda53c9c42" providerId="ADAL" clId="{C912CFF4-A566-408D-AAFB-F09356E9210A}" dt="2022-04-01T00:43:14.499" v="1306" actId="478"/>
          <ac:picMkLst>
            <pc:docMk/>
            <pc:sldMk cId="2779624109" sldId="321"/>
            <ac:picMk id="15" creationId="{90AA666F-0140-42B7-BCC2-0220BF9D8461}"/>
          </ac:picMkLst>
        </pc:picChg>
        <pc:picChg chg="add mod">
          <ac:chgData name="MONTEIRO Leonardo" userId="2573e68e-8b52-4cb8-8785-ccdda53c9c42" providerId="ADAL" clId="{C912CFF4-A566-408D-AAFB-F09356E9210A}" dt="2022-04-01T00:44:52.555" v="1324" actId="14100"/>
          <ac:picMkLst>
            <pc:docMk/>
            <pc:sldMk cId="2779624109" sldId="321"/>
            <ac:picMk id="17" creationId="{E30AC547-C5E9-4560-BC3E-38141341514F}"/>
          </ac:picMkLst>
        </pc:picChg>
        <pc:cxnChg chg="add mod">
          <ac:chgData name="MONTEIRO Leonardo" userId="2573e68e-8b52-4cb8-8785-ccdda53c9c42" providerId="ADAL" clId="{C912CFF4-A566-408D-AAFB-F09356E9210A}" dt="2022-04-01T01:16:55.195" v="1988" actId="255"/>
          <ac:cxnSpMkLst>
            <pc:docMk/>
            <pc:sldMk cId="2779624109" sldId="321"/>
            <ac:cxnSpMk id="10" creationId="{B10F150A-ED88-42CF-AE67-0843091BF348}"/>
          </ac:cxnSpMkLst>
        </pc:cxnChg>
        <pc:cxnChg chg="add mod">
          <ac:chgData name="MONTEIRO Leonardo" userId="2573e68e-8b52-4cb8-8785-ccdda53c9c42" providerId="ADAL" clId="{C912CFF4-A566-408D-AAFB-F09356E9210A}" dt="2022-04-01T00:45:19.472" v="1330" actId="14100"/>
          <ac:cxnSpMkLst>
            <pc:docMk/>
            <pc:sldMk cId="2779624109" sldId="321"/>
            <ac:cxnSpMk id="23" creationId="{90C98E3B-AD18-44DA-9E0D-5EFBFB8B7620}"/>
          </ac:cxnSpMkLst>
        </pc:cxnChg>
        <pc:cxnChg chg="add mod">
          <ac:chgData name="MONTEIRO Leonardo" userId="2573e68e-8b52-4cb8-8785-ccdda53c9c42" providerId="ADAL" clId="{C912CFF4-A566-408D-AAFB-F09356E9210A}" dt="2022-04-01T00:45:27.537" v="1333" actId="14100"/>
          <ac:cxnSpMkLst>
            <pc:docMk/>
            <pc:sldMk cId="2779624109" sldId="321"/>
            <ac:cxnSpMk id="26" creationId="{C65A5345-4F2D-4211-9E2D-7A9AE38A99A2}"/>
          </ac:cxnSpMkLst>
        </pc:cxnChg>
      </pc:sldChg>
      <pc:sldChg chg="addSp delSp modSp add mod">
        <pc:chgData name="MONTEIRO Leonardo" userId="2573e68e-8b52-4cb8-8785-ccdda53c9c42" providerId="ADAL" clId="{C912CFF4-A566-408D-AAFB-F09356E9210A}" dt="2022-04-01T00:39:59.673" v="1305" actId="14100"/>
        <pc:sldMkLst>
          <pc:docMk/>
          <pc:sldMk cId="1352464764" sldId="322"/>
        </pc:sldMkLst>
        <pc:spChg chg="mod">
          <ac:chgData name="MONTEIRO Leonardo" userId="2573e68e-8b52-4cb8-8785-ccdda53c9c42" providerId="ADAL" clId="{C912CFF4-A566-408D-AAFB-F09356E9210A}" dt="2022-04-01T00:29:53.907" v="1246" actId="20577"/>
          <ac:spMkLst>
            <pc:docMk/>
            <pc:sldMk cId="1352464764" sldId="322"/>
            <ac:spMk id="2" creationId="{9DF2FECD-0835-4B35-8C04-7C68E662D2F8}"/>
          </ac:spMkLst>
        </pc:spChg>
        <pc:spChg chg="add mod">
          <ac:chgData name="MONTEIRO Leonardo" userId="2573e68e-8b52-4cb8-8785-ccdda53c9c42" providerId="ADAL" clId="{C912CFF4-A566-408D-AAFB-F09356E9210A}" dt="2022-04-01T00:39:32.585" v="1302" actId="1076"/>
          <ac:spMkLst>
            <pc:docMk/>
            <pc:sldMk cId="1352464764" sldId="322"/>
            <ac:spMk id="13" creationId="{8E1D7D3D-047B-4A42-88F6-6072018CED87}"/>
          </ac:spMkLst>
        </pc:spChg>
        <pc:spChg chg="add mod">
          <ac:chgData name="MONTEIRO Leonardo" userId="2573e68e-8b52-4cb8-8785-ccdda53c9c42" providerId="ADAL" clId="{C912CFF4-A566-408D-AAFB-F09356E9210A}" dt="2022-04-01T00:39:32.585" v="1302" actId="1076"/>
          <ac:spMkLst>
            <pc:docMk/>
            <pc:sldMk cId="1352464764" sldId="322"/>
            <ac:spMk id="14" creationId="{AEF67C18-56E9-445F-BB9B-BEF4D616CC49}"/>
          </ac:spMkLst>
        </pc:spChg>
        <pc:spChg chg="add mod">
          <ac:chgData name="MONTEIRO Leonardo" userId="2573e68e-8b52-4cb8-8785-ccdda53c9c42" providerId="ADAL" clId="{C912CFF4-A566-408D-AAFB-F09356E9210A}" dt="2022-04-01T00:34:57.927" v="1263" actId="1076"/>
          <ac:spMkLst>
            <pc:docMk/>
            <pc:sldMk cId="1352464764" sldId="322"/>
            <ac:spMk id="15" creationId="{DDE6673B-6355-4A6E-A204-D4D0F163B632}"/>
          </ac:spMkLst>
        </pc:spChg>
        <pc:spChg chg="add mod">
          <ac:chgData name="MONTEIRO Leonardo" userId="2573e68e-8b52-4cb8-8785-ccdda53c9c42" providerId="ADAL" clId="{C912CFF4-A566-408D-AAFB-F09356E9210A}" dt="2022-04-01T00:34:36.345" v="1261" actId="207"/>
          <ac:spMkLst>
            <pc:docMk/>
            <pc:sldMk cId="1352464764" sldId="322"/>
            <ac:spMk id="18" creationId="{F18B3F9E-C83A-4605-B40C-75C3D21380C0}"/>
          </ac:spMkLst>
        </pc:spChg>
        <pc:picChg chg="add del mod">
          <ac:chgData name="MONTEIRO Leonardo" userId="2573e68e-8b52-4cb8-8785-ccdda53c9c42" providerId="ADAL" clId="{C912CFF4-A566-408D-AAFB-F09356E9210A}" dt="2022-04-01T00:31:11.923" v="1249" actId="478"/>
          <ac:picMkLst>
            <pc:docMk/>
            <pc:sldMk cId="1352464764" sldId="322"/>
            <ac:picMk id="8" creationId="{0E3701B6-9713-4BF0-9E7E-0D9DA2C33AE2}"/>
          </ac:picMkLst>
        </pc:picChg>
        <pc:picChg chg="add mod">
          <ac:chgData name="MONTEIRO Leonardo" userId="2573e68e-8b52-4cb8-8785-ccdda53c9c42" providerId="ADAL" clId="{C912CFF4-A566-408D-AAFB-F09356E9210A}" dt="2022-04-01T00:31:25.636" v="1255" actId="1076"/>
          <ac:picMkLst>
            <pc:docMk/>
            <pc:sldMk cId="1352464764" sldId="322"/>
            <ac:picMk id="10" creationId="{949C1F06-7177-49BC-9744-3AD4D206FD10}"/>
          </ac:picMkLst>
        </pc:picChg>
        <pc:picChg chg="add mod">
          <ac:chgData name="MONTEIRO Leonardo" userId="2573e68e-8b52-4cb8-8785-ccdda53c9c42" providerId="ADAL" clId="{C912CFF4-A566-408D-AAFB-F09356E9210A}" dt="2022-04-01T00:34:08.604" v="1258" actId="1076"/>
          <ac:picMkLst>
            <pc:docMk/>
            <pc:sldMk cId="1352464764" sldId="322"/>
            <ac:picMk id="12" creationId="{60D2BC33-8A89-48D2-B324-019BE03BE23D}"/>
          </ac:picMkLst>
        </pc:picChg>
        <pc:picChg chg="add mod">
          <ac:chgData name="MONTEIRO Leonardo" userId="2573e68e-8b52-4cb8-8785-ccdda53c9c42" providerId="ADAL" clId="{C912CFF4-A566-408D-AAFB-F09356E9210A}" dt="2022-04-01T00:39:32.585" v="1302" actId="1076"/>
          <ac:picMkLst>
            <pc:docMk/>
            <pc:sldMk cId="1352464764" sldId="322"/>
            <ac:picMk id="24" creationId="{99075731-1BC9-4E0D-98C1-4CD84D44E968}"/>
          </ac:picMkLst>
        </pc:picChg>
        <pc:picChg chg="add mod">
          <ac:chgData name="MONTEIRO Leonardo" userId="2573e68e-8b52-4cb8-8785-ccdda53c9c42" providerId="ADAL" clId="{C912CFF4-A566-408D-AAFB-F09356E9210A}" dt="2022-04-01T00:39:59.673" v="1305" actId="14100"/>
          <ac:picMkLst>
            <pc:docMk/>
            <pc:sldMk cId="1352464764" sldId="322"/>
            <ac:picMk id="40" creationId="{B4A6CE1A-AF97-4168-BDE1-9BCC190CFDAD}"/>
          </ac:picMkLst>
        </pc:picChg>
        <pc:cxnChg chg="add mod">
          <ac:chgData name="MONTEIRO Leonardo" userId="2573e68e-8b52-4cb8-8785-ccdda53c9c42" providerId="ADAL" clId="{C912CFF4-A566-408D-AAFB-F09356E9210A}" dt="2022-04-01T00:38:02.392" v="1296" actId="692"/>
          <ac:cxnSpMkLst>
            <pc:docMk/>
            <pc:sldMk cId="1352464764" sldId="322"/>
            <ac:cxnSpMk id="16" creationId="{05C1D09E-ADB9-4BAD-8E14-8E3EE46E0336}"/>
          </ac:cxnSpMkLst>
        </pc:cxnChg>
        <pc:cxnChg chg="add mod">
          <ac:chgData name="MONTEIRO Leonardo" userId="2573e68e-8b52-4cb8-8785-ccdda53c9c42" providerId="ADAL" clId="{C912CFF4-A566-408D-AAFB-F09356E9210A}" dt="2022-04-01T00:38:02.392" v="1296" actId="692"/>
          <ac:cxnSpMkLst>
            <pc:docMk/>
            <pc:sldMk cId="1352464764" sldId="322"/>
            <ac:cxnSpMk id="17" creationId="{27256D7F-A43F-4E63-AF03-8F9A72F7829B}"/>
          </ac:cxnSpMkLst>
        </pc:cxnChg>
        <pc:cxnChg chg="add mod">
          <ac:chgData name="MONTEIRO Leonardo" userId="2573e68e-8b52-4cb8-8785-ccdda53c9c42" providerId="ADAL" clId="{C912CFF4-A566-408D-AAFB-F09356E9210A}" dt="2022-04-01T00:38:02.392" v="1296" actId="692"/>
          <ac:cxnSpMkLst>
            <pc:docMk/>
            <pc:sldMk cId="1352464764" sldId="322"/>
            <ac:cxnSpMk id="19" creationId="{03F25B89-C502-4CA5-92F7-E63D305E4E5D}"/>
          </ac:cxnSpMkLst>
        </pc:cxnChg>
        <pc:cxnChg chg="add mod">
          <ac:chgData name="MONTEIRO Leonardo" userId="2573e68e-8b52-4cb8-8785-ccdda53c9c42" providerId="ADAL" clId="{C912CFF4-A566-408D-AAFB-F09356E9210A}" dt="2022-04-01T00:38:02.392" v="1296" actId="692"/>
          <ac:cxnSpMkLst>
            <pc:docMk/>
            <pc:sldMk cId="1352464764" sldId="322"/>
            <ac:cxnSpMk id="20" creationId="{951BB93F-B31C-4917-9429-87BBBE9DD5F5}"/>
          </ac:cxnSpMkLst>
        </pc:cxnChg>
        <pc:cxnChg chg="add del mod">
          <ac:chgData name="MONTEIRO Leonardo" userId="2573e68e-8b52-4cb8-8785-ccdda53c9c42" providerId="ADAL" clId="{C912CFF4-A566-408D-AAFB-F09356E9210A}" dt="2022-04-01T00:36:45.140" v="1280" actId="478"/>
          <ac:cxnSpMkLst>
            <pc:docMk/>
            <pc:sldMk cId="1352464764" sldId="322"/>
            <ac:cxnSpMk id="25" creationId="{CA047967-5193-40D4-8B00-F90154343E44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1:17:06.612" v="1989" actId="255"/>
        <pc:sldMkLst>
          <pc:docMk/>
          <pc:sldMk cId="351094596" sldId="323"/>
        </pc:sldMkLst>
        <pc:spChg chg="mod">
          <ac:chgData name="MONTEIRO Leonardo" userId="2573e68e-8b52-4cb8-8785-ccdda53c9c42" providerId="ADAL" clId="{C912CFF4-A566-408D-AAFB-F09356E9210A}" dt="2022-03-31T23:56:30.526" v="652" actId="20577"/>
          <ac:spMkLst>
            <pc:docMk/>
            <pc:sldMk cId="351094596" sldId="323"/>
            <ac:spMk id="2" creationId="{9DF2FECD-0835-4B35-8C04-7C68E662D2F8}"/>
          </ac:spMkLst>
        </pc:spChg>
        <pc:spChg chg="add del">
          <ac:chgData name="MONTEIRO Leonardo" userId="2573e68e-8b52-4cb8-8785-ccdda53c9c42" providerId="ADAL" clId="{C912CFF4-A566-408D-AAFB-F09356E9210A}" dt="2022-03-31T23:57:51.704" v="658" actId="11529"/>
          <ac:spMkLst>
            <pc:docMk/>
            <pc:sldMk cId="351094596" sldId="323"/>
            <ac:spMk id="9" creationId="{3C95EC3D-198D-4D4B-88CF-A71232C7572B}"/>
          </ac:spMkLst>
        </pc:spChg>
        <pc:spChg chg="add mod">
          <ac:chgData name="MONTEIRO Leonardo" userId="2573e68e-8b52-4cb8-8785-ccdda53c9c42" providerId="ADAL" clId="{C912CFF4-A566-408D-AAFB-F09356E9210A}" dt="2022-04-01T00:19:15.134" v="967" actId="208"/>
          <ac:spMkLst>
            <pc:docMk/>
            <pc:sldMk cId="351094596" sldId="323"/>
            <ac:spMk id="10" creationId="{C707ABDC-D0DA-4D82-8B92-A59044215A2B}"/>
          </ac:spMkLst>
        </pc:spChg>
        <pc:spChg chg="add mod">
          <ac:chgData name="MONTEIRO Leonardo" userId="2573e68e-8b52-4cb8-8785-ccdda53c9c42" providerId="ADAL" clId="{C912CFF4-A566-408D-AAFB-F09356E9210A}" dt="2022-04-01T01:17:06.612" v="1989" actId="255"/>
          <ac:spMkLst>
            <pc:docMk/>
            <pc:sldMk cId="351094596" sldId="323"/>
            <ac:spMk id="11" creationId="{C72CA620-D92C-4C00-A009-61560E9334F6}"/>
          </ac:spMkLst>
        </pc:spChg>
        <pc:spChg chg="add del mod">
          <ac:chgData name="MONTEIRO Leonardo" userId="2573e68e-8b52-4cb8-8785-ccdda53c9c42" providerId="ADAL" clId="{C912CFF4-A566-408D-AAFB-F09356E9210A}" dt="2022-04-01T01:17:06.612" v="1989" actId="255"/>
          <ac:spMkLst>
            <pc:docMk/>
            <pc:sldMk cId="351094596" sldId="323"/>
            <ac:spMk id="16" creationId="{0D6F891A-9EA9-4C92-B91F-C9873D5715F3}"/>
          </ac:spMkLst>
        </pc:spChg>
        <pc:spChg chg="add del mod">
          <ac:chgData name="MONTEIRO Leonardo" userId="2573e68e-8b52-4cb8-8785-ccdda53c9c42" providerId="ADAL" clId="{C912CFF4-A566-408D-AAFB-F09356E9210A}" dt="2022-04-01T00:01:39.998" v="724"/>
          <ac:spMkLst>
            <pc:docMk/>
            <pc:sldMk cId="351094596" sldId="323"/>
            <ac:spMk id="21" creationId="{FFFCFBD8-3132-4D01-B49F-CFBE7DBCB723}"/>
          </ac:spMkLst>
        </pc:spChg>
        <pc:spChg chg="add mod">
          <ac:chgData name="MONTEIRO Leonardo" userId="2573e68e-8b52-4cb8-8785-ccdda53c9c42" providerId="ADAL" clId="{C912CFF4-A566-408D-AAFB-F09356E9210A}" dt="2022-04-01T01:17:06.612" v="1989" actId="255"/>
          <ac:spMkLst>
            <pc:docMk/>
            <pc:sldMk cId="351094596" sldId="323"/>
            <ac:spMk id="31" creationId="{53A742B2-E9EC-43EC-9162-508520ED5259}"/>
          </ac:spMkLst>
        </pc:spChg>
        <pc:spChg chg="add mod">
          <ac:chgData name="MONTEIRO Leonardo" userId="2573e68e-8b52-4cb8-8785-ccdda53c9c42" providerId="ADAL" clId="{C912CFF4-A566-408D-AAFB-F09356E9210A}" dt="2022-04-01T01:17:06.612" v="1989" actId="255"/>
          <ac:spMkLst>
            <pc:docMk/>
            <pc:sldMk cId="351094596" sldId="323"/>
            <ac:spMk id="36" creationId="{7FCF2258-FA4D-4C55-AC3E-9BD454CEDC4C}"/>
          </ac:spMkLst>
        </pc:spChg>
        <pc:picChg chg="add mod">
          <ac:chgData name="MONTEIRO Leonardo" userId="2573e68e-8b52-4cb8-8785-ccdda53c9c42" providerId="ADAL" clId="{C912CFF4-A566-408D-AAFB-F09356E9210A}" dt="2022-03-31T23:58:53.526" v="676" actId="14100"/>
          <ac:picMkLst>
            <pc:docMk/>
            <pc:sldMk cId="351094596" sldId="323"/>
            <ac:picMk id="8" creationId="{0656DBFE-2296-4089-8185-B37E50DAF0DD}"/>
          </ac:picMkLst>
        </pc:picChg>
        <pc:cxnChg chg="add del mod">
          <ac:chgData name="MONTEIRO Leonardo" userId="2573e68e-8b52-4cb8-8785-ccdda53c9c42" providerId="ADAL" clId="{C912CFF4-A566-408D-AAFB-F09356E9210A}" dt="2022-04-01T00:17:13.830" v="927" actId="478"/>
          <ac:cxnSpMkLst>
            <pc:docMk/>
            <pc:sldMk cId="351094596" sldId="323"/>
            <ac:cxnSpMk id="12" creationId="{5D5E9CAB-46C8-4B97-9425-EB4C9EABAE48}"/>
          </ac:cxnSpMkLst>
        </pc:cxnChg>
        <pc:cxnChg chg="add del mod">
          <ac:chgData name="MONTEIRO Leonardo" userId="2573e68e-8b52-4cb8-8785-ccdda53c9c42" providerId="ADAL" clId="{C912CFF4-A566-408D-AAFB-F09356E9210A}" dt="2022-04-01T00:00:58.128" v="712" actId="478"/>
          <ac:cxnSpMkLst>
            <pc:docMk/>
            <pc:sldMk cId="351094596" sldId="323"/>
            <ac:cxnSpMk id="17" creationId="{A03C4BA1-CB07-48F8-ADA4-54BCAD8776D2}"/>
          </ac:cxnSpMkLst>
        </pc:cxnChg>
        <pc:cxnChg chg="add mod">
          <ac:chgData name="MONTEIRO Leonardo" userId="2573e68e-8b52-4cb8-8785-ccdda53c9c42" providerId="ADAL" clId="{C912CFF4-A566-408D-AAFB-F09356E9210A}" dt="2022-04-01T01:17:06.612" v="1989" actId="255"/>
          <ac:cxnSpMkLst>
            <pc:docMk/>
            <pc:sldMk cId="351094596" sldId="323"/>
            <ac:cxnSpMk id="20" creationId="{58E24BB3-C16C-41C2-AB0A-0A5A307DF681}"/>
          </ac:cxnSpMkLst>
        </pc:cxnChg>
        <pc:cxnChg chg="add del mod">
          <ac:chgData name="MONTEIRO Leonardo" userId="2573e68e-8b52-4cb8-8785-ccdda53c9c42" providerId="ADAL" clId="{C912CFF4-A566-408D-AAFB-F09356E9210A}" dt="2022-04-01T00:01:39.998" v="724"/>
          <ac:cxnSpMkLst>
            <pc:docMk/>
            <pc:sldMk cId="351094596" sldId="323"/>
            <ac:cxnSpMk id="22" creationId="{3C66F894-31E5-447C-9480-B3FAB16855F2}"/>
          </ac:cxnSpMkLst>
        </pc:cxnChg>
        <pc:cxnChg chg="add mod">
          <ac:chgData name="MONTEIRO Leonardo" userId="2573e68e-8b52-4cb8-8785-ccdda53c9c42" providerId="ADAL" clId="{C912CFF4-A566-408D-AAFB-F09356E9210A}" dt="2022-04-01T01:17:06.612" v="1989" actId="255"/>
          <ac:cxnSpMkLst>
            <pc:docMk/>
            <pc:sldMk cId="351094596" sldId="323"/>
            <ac:cxnSpMk id="23" creationId="{808397CC-FE3F-4C3F-AFD6-6E34A500E260}"/>
          </ac:cxnSpMkLst>
        </pc:cxnChg>
        <pc:cxnChg chg="add mod">
          <ac:chgData name="MONTEIRO Leonardo" userId="2573e68e-8b52-4cb8-8785-ccdda53c9c42" providerId="ADAL" clId="{C912CFF4-A566-408D-AAFB-F09356E9210A}" dt="2022-04-01T01:17:06.612" v="1989" actId="255"/>
          <ac:cxnSpMkLst>
            <pc:docMk/>
            <pc:sldMk cId="351094596" sldId="323"/>
            <ac:cxnSpMk id="28" creationId="{4FF6844D-DB1D-43F8-9A66-B29E65C26C06}"/>
          </ac:cxnSpMkLst>
        </pc:cxnChg>
        <pc:cxnChg chg="add mod">
          <ac:chgData name="MONTEIRO Leonardo" userId="2573e68e-8b52-4cb8-8785-ccdda53c9c42" providerId="ADAL" clId="{C912CFF4-A566-408D-AAFB-F09356E9210A}" dt="2022-04-01T01:17:06.612" v="1989" actId="255"/>
          <ac:cxnSpMkLst>
            <pc:docMk/>
            <pc:sldMk cId="351094596" sldId="323"/>
            <ac:cxnSpMk id="32" creationId="{3B055A4D-D87A-4ED5-B124-6F1567FD06D2}"/>
          </ac:cxnSpMkLst>
        </pc:cxnChg>
        <pc:cxnChg chg="add mod">
          <ac:chgData name="MONTEIRO Leonardo" userId="2573e68e-8b52-4cb8-8785-ccdda53c9c42" providerId="ADAL" clId="{C912CFF4-A566-408D-AAFB-F09356E9210A}" dt="2022-04-01T01:17:06.612" v="1989" actId="255"/>
          <ac:cxnSpMkLst>
            <pc:docMk/>
            <pc:sldMk cId="351094596" sldId="323"/>
            <ac:cxnSpMk id="37" creationId="{4AE5901E-F138-4769-B5EE-E3A10B9E96AB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2:45:33.655" v="4363" actId="692"/>
        <pc:sldMkLst>
          <pc:docMk/>
          <pc:sldMk cId="755225192" sldId="324"/>
        </pc:sldMkLst>
        <pc:spChg chg="mod">
          <ac:chgData name="MONTEIRO Leonardo" userId="2573e68e-8b52-4cb8-8785-ccdda53c9c42" providerId="ADAL" clId="{C912CFF4-A566-408D-AAFB-F09356E9210A}" dt="2022-04-01T01:38:19.237" v="2536" actId="20577"/>
          <ac:spMkLst>
            <pc:docMk/>
            <pc:sldMk cId="755225192" sldId="324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1:45:54.182" v="2650" actId="20577"/>
          <ac:spMkLst>
            <pc:docMk/>
            <pc:sldMk cId="755225192" sldId="324"/>
            <ac:spMk id="5" creationId="{28947BA6-91BF-485B-9587-1D12B42AC0F7}"/>
          </ac:spMkLst>
        </pc:spChg>
        <pc:spChg chg="del">
          <ac:chgData name="MONTEIRO Leonardo" userId="2573e68e-8b52-4cb8-8785-ccdda53c9c42" providerId="ADAL" clId="{C912CFF4-A566-408D-AAFB-F09356E9210A}" dt="2022-04-01T00:51:29.286" v="1418" actId="478"/>
          <ac:spMkLst>
            <pc:docMk/>
            <pc:sldMk cId="755225192" sldId="324"/>
            <ac:spMk id="13" creationId="{8E1D7D3D-047B-4A42-88F6-6072018CED87}"/>
          </ac:spMkLst>
        </pc:spChg>
        <pc:spChg chg="del">
          <ac:chgData name="MONTEIRO Leonardo" userId="2573e68e-8b52-4cb8-8785-ccdda53c9c42" providerId="ADAL" clId="{C912CFF4-A566-408D-AAFB-F09356E9210A}" dt="2022-04-01T00:51:29.286" v="1418" actId="478"/>
          <ac:spMkLst>
            <pc:docMk/>
            <pc:sldMk cId="755225192" sldId="324"/>
            <ac:spMk id="14" creationId="{AEF67C18-56E9-445F-BB9B-BEF4D616CC49}"/>
          </ac:spMkLst>
        </pc:spChg>
        <pc:spChg chg="del">
          <ac:chgData name="MONTEIRO Leonardo" userId="2573e68e-8b52-4cb8-8785-ccdda53c9c42" providerId="ADAL" clId="{C912CFF4-A566-408D-AAFB-F09356E9210A}" dt="2022-04-01T00:51:29.286" v="1418" actId="478"/>
          <ac:spMkLst>
            <pc:docMk/>
            <pc:sldMk cId="755225192" sldId="324"/>
            <ac:spMk id="15" creationId="{DDE6673B-6355-4A6E-A204-D4D0F163B632}"/>
          </ac:spMkLst>
        </pc:spChg>
        <pc:spChg chg="del">
          <ac:chgData name="MONTEIRO Leonardo" userId="2573e68e-8b52-4cb8-8785-ccdda53c9c42" providerId="ADAL" clId="{C912CFF4-A566-408D-AAFB-F09356E9210A}" dt="2022-04-01T00:51:29.286" v="1418" actId="478"/>
          <ac:spMkLst>
            <pc:docMk/>
            <pc:sldMk cId="755225192" sldId="324"/>
            <ac:spMk id="18" creationId="{F18B3F9E-C83A-4605-B40C-75C3D21380C0}"/>
          </ac:spMkLst>
        </pc:spChg>
        <pc:spChg chg="add del mod">
          <ac:chgData name="MONTEIRO Leonardo" userId="2573e68e-8b52-4cb8-8785-ccdda53c9c42" providerId="ADAL" clId="{C912CFF4-A566-408D-AAFB-F09356E9210A}" dt="2022-04-01T01:38:35.139" v="2539" actId="21"/>
          <ac:spMkLst>
            <pc:docMk/>
            <pc:sldMk cId="755225192" sldId="324"/>
            <ac:spMk id="22" creationId="{120980DE-3030-429C-90D2-5433D1CC7803}"/>
          </ac:spMkLst>
        </pc:spChg>
        <pc:spChg chg="add del mod">
          <ac:chgData name="MONTEIRO Leonardo" userId="2573e68e-8b52-4cb8-8785-ccdda53c9c42" providerId="ADAL" clId="{C912CFF4-A566-408D-AAFB-F09356E9210A}" dt="2022-04-01T01:38:35.139" v="2539" actId="21"/>
          <ac:spMkLst>
            <pc:docMk/>
            <pc:sldMk cId="755225192" sldId="324"/>
            <ac:spMk id="26" creationId="{AC9F2902-AF30-48FE-968D-ABB749579C8C}"/>
          </ac:spMkLst>
        </pc:spChg>
        <pc:spChg chg="add del mod">
          <ac:chgData name="MONTEIRO Leonardo" userId="2573e68e-8b52-4cb8-8785-ccdda53c9c42" providerId="ADAL" clId="{C912CFF4-A566-408D-AAFB-F09356E9210A}" dt="2022-04-01T01:38:35.139" v="2539" actId="21"/>
          <ac:spMkLst>
            <pc:docMk/>
            <pc:sldMk cId="755225192" sldId="324"/>
            <ac:spMk id="28" creationId="{CFF8992E-E7CD-49C5-8A15-013031915DFD}"/>
          </ac:spMkLst>
        </pc:spChg>
        <pc:spChg chg="add del mod">
          <ac:chgData name="MONTEIRO Leonardo" userId="2573e68e-8b52-4cb8-8785-ccdda53c9c42" providerId="ADAL" clId="{C912CFF4-A566-408D-AAFB-F09356E9210A}" dt="2022-04-01T01:38:35.139" v="2539" actId="21"/>
          <ac:spMkLst>
            <pc:docMk/>
            <pc:sldMk cId="755225192" sldId="324"/>
            <ac:spMk id="29" creationId="{151C2163-1B2E-4F05-9242-B00BEC0F0FB9}"/>
          </ac:spMkLst>
        </pc:spChg>
        <pc:spChg chg="add mod">
          <ac:chgData name="MONTEIRO Leonardo" userId="2573e68e-8b52-4cb8-8785-ccdda53c9c42" providerId="ADAL" clId="{C912CFF4-A566-408D-AAFB-F09356E9210A}" dt="2022-04-01T01:45:39.606" v="2648" actId="1036"/>
          <ac:spMkLst>
            <pc:docMk/>
            <pc:sldMk cId="755225192" sldId="324"/>
            <ac:spMk id="31" creationId="{7908B06D-55DA-43EC-9795-14FC7DAEA400}"/>
          </ac:spMkLst>
        </pc:spChg>
        <pc:spChg chg="add mod">
          <ac:chgData name="MONTEIRO Leonardo" userId="2573e68e-8b52-4cb8-8785-ccdda53c9c42" providerId="ADAL" clId="{C912CFF4-A566-408D-AAFB-F09356E9210A}" dt="2022-04-01T01:45:25.504" v="2639" actId="14100"/>
          <ac:spMkLst>
            <pc:docMk/>
            <pc:sldMk cId="755225192" sldId="324"/>
            <ac:spMk id="34" creationId="{9544CB57-47A4-4AC6-BFD5-9DD75239C1E3}"/>
          </ac:spMkLst>
        </pc:spChg>
        <pc:spChg chg="add mod">
          <ac:chgData name="MONTEIRO Leonardo" userId="2573e68e-8b52-4cb8-8785-ccdda53c9c42" providerId="ADAL" clId="{C912CFF4-A566-408D-AAFB-F09356E9210A}" dt="2022-04-01T01:44:08.770" v="2627" actId="1076"/>
          <ac:spMkLst>
            <pc:docMk/>
            <pc:sldMk cId="755225192" sldId="324"/>
            <ac:spMk id="36" creationId="{46ECD59C-4F88-4BA3-8E2C-9D11DD05045F}"/>
          </ac:spMkLst>
        </pc:spChg>
        <pc:spChg chg="add mod">
          <ac:chgData name="MONTEIRO Leonardo" userId="2573e68e-8b52-4cb8-8785-ccdda53c9c42" providerId="ADAL" clId="{C912CFF4-A566-408D-AAFB-F09356E9210A}" dt="2022-04-01T01:44:34.905" v="2631" actId="20577"/>
          <ac:spMkLst>
            <pc:docMk/>
            <pc:sldMk cId="755225192" sldId="324"/>
            <ac:spMk id="37" creationId="{6522D804-BF11-496D-813D-5CFE98BB4131}"/>
          </ac:spMkLst>
        </pc:spChg>
        <pc:picChg chg="add mod ord">
          <ac:chgData name="MONTEIRO Leonardo" userId="2573e68e-8b52-4cb8-8785-ccdda53c9c42" providerId="ADAL" clId="{C912CFF4-A566-408D-AAFB-F09356E9210A}" dt="2022-04-01T01:45:39.606" v="2648" actId="1036"/>
          <ac:picMkLst>
            <pc:docMk/>
            <pc:sldMk cId="755225192" sldId="324"/>
            <ac:picMk id="8" creationId="{E026200B-93B1-4C56-81C5-5CDB572F6279}"/>
          </ac:picMkLst>
        </pc:picChg>
        <pc:picChg chg="del">
          <ac:chgData name="MONTEIRO Leonardo" userId="2573e68e-8b52-4cb8-8785-ccdda53c9c42" providerId="ADAL" clId="{C912CFF4-A566-408D-AAFB-F09356E9210A}" dt="2022-04-01T00:51:29.286" v="1418" actId="478"/>
          <ac:picMkLst>
            <pc:docMk/>
            <pc:sldMk cId="755225192" sldId="324"/>
            <ac:picMk id="10" creationId="{949C1F06-7177-49BC-9744-3AD4D206FD10}"/>
          </ac:picMkLst>
        </pc:picChg>
        <pc:picChg chg="del">
          <ac:chgData name="MONTEIRO Leonardo" userId="2573e68e-8b52-4cb8-8785-ccdda53c9c42" providerId="ADAL" clId="{C912CFF4-A566-408D-AAFB-F09356E9210A}" dt="2022-04-01T00:51:29.286" v="1418" actId="478"/>
          <ac:picMkLst>
            <pc:docMk/>
            <pc:sldMk cId="755225192" sldId="324"/>
            <ac:picMk id="12" creationId="{60D2BC33-8A89-48D2-B324-019BE03BE23D}"/>
          </ac:picMkLst>
        </pc:picChg>
        <pc:picChg chg="add del mod">
          <ac:chgData name="MONTEIRO Leonardo" userId="2573e68e-8b52-4cb8-8785-ccdda53c9c42" providerId="ADAL" clId="{C912CFF4-A566-408D-AAFB-F09356E9210A}" dt="2022-04-01T01:38:35.139" v="2539" actId="21"/>
          <ac:picMkLst>
            <pc:docMk/>
            <pc:sldMk cId="755225192" sldId="324"/>
            <ac:picMk id="21" creationId="{3956F258-2A01-4AF6-A3DB-9BB4A407E255}"/>
          </ac:picMkLst>
        </pc:picChg>
        <pc:picChg chg="add del mod">
          <ac:chgData name="MONTEIRO Leonardo" userId="2573e68e-8b52-4cb8-8785-ccdda53c9c42" providerId="ADAL" clId="{C912CFF4-A566-408D-AAFB-F09356E9210A}" dt="2022-04-01T01:38:35.139" v="2539" actId="21"/>
          <ac:picMkLst>
            <pc:docMk/>
            <pc:sldMk cId="755225192" sldId="324"/>
            <ac:picMk id="23" creationId="{5B7D988A-0767-4E60-BA35-433A73AD21DF}"/>
          </ac:picMkLst>
        </pc:picChg>
        <pc:picChg chg="del">
          <ac:chgData name="MONTEIRO Leonardo" userId="2573e68e-8b52-4cb8-8785-ccdda53c9c42" providerId="ADAL" clId="{C912CFF4-A566-408D-AAFB-F09356E9210A}" dt="2022-04-01T00:51:29.286" v="1418" actId="478"/>
          <ac:picMkLst>
            <pc:docMk/>
            <pc:sldMk cId="755225192" sldId="324"/>
            <ac:picMk id="24" creationId="{99075731-1BC9-4E0D-98C1-4CD84D44E968}"/>
          </ac:picMkLst>
        </pc:picChg>
        <pc:picChg chg="add del mod">
          <ac:chgData name="MONTEIRO Leonardo" userId="2573e68e-8b52-4cb8-8785-ccdda53c9c42" providerId="ADAL" clId="{C912CFF4-A566-408D-AAFB-F09356E9210A}" dt="2022-04-01T01:38:46.029" v="2542" actId="478"/>
          <ac:picMkLst>
            <pc:docMk/>
            <pc:sldMk cId="755225192" sldId="324"/>
            <ac:picMk id="30" creationId="{2E01B465-7803-46D6-B784-BF9F19C70259}"/>
          </ac:picMkLst>
        </pc:picChg>
        <pc:picChg chg="add mod modCrop">
          <ac:chgData name="MONTEIRO Leonardo" userId="2573e68e-8b52-4cb8-8785-ccdda53c9c42" providerId="ADAL" clId="{C912CFF4-A566-408D-AAFB-F09356E9210A}" dt="2022-04-01T01:42:43.618" v="2611" actId="1076"/>
          <ac:picMkLst>
            <pc:docMk/>
            <pc:sldMk cId="755225192" sldId="324"/>
            <ac:picMk id="32" creationId="{7803FCE3-2A12-4A6A-9CD3-343AB3FC0F85}"/>
          </ac:picMkLst>
        </pc:picChg>
        <pc:picChg chg="del">
          <ac:chgData name="MONTEIRO Leonardo" userId="2573e68e-8b52-4cb8-8785-ccdda53c9c42" providerId="ADAL" clId="{C912CFF4-A566-408D-AAFB-F09356E9210A}" dt="2022-04-01T00:51:29.286" v="1418" actId="478"/>
          <ac:picMkLst>
            <pc:docMk/>
            <pc:sldMk cId="755225192" sldId="324"/>
            <ac:picMk id="40" creationId="{B4A6CE1A-AF97-4168-BDE1-9BCC190CFDAD}"/>
          </ac:picMkLst>
        </pc:picChg>
        <pc:cxnChg chg="del mod">
          <ac:chgData name="MONTEIRO Leonardo" userId="2573e68e-8b52-4cb8-8785-ccdda53c9c42" providerId="ADAL" clId="{C912CFF4-A566-408D-AAFB-F09356E9210A}" dt="2022-04-01T00:51:29.286" v="1418" actId="478"/>
          <ac:cxnSpMkLst>
            <pc:docMk/>
            <pc:sldMk cId="755225192" sldId="324"/>
            <ac:cxnSpMk id="16" creationId="{05C1D09E-ADB9-4BAD-8E14-8E3EE46E0336}"/>
          </ac:cxnSpMkLst>
        </pc:cxnChg>
        <pc:cxnChg chg="del mod">
          <ac:chgData name="MONTEIRO Leonardo" userId="2573e68e-8b52-4cb8-8785-ccdda53c9c42" providerId="ADAL" clId="{C912CFF4-A566-408D-AAFB-F09356E9210A}" dt="2022-04-01T00:51:29.286" v="1418" actId="478"/>
          <ac:cxnSpMkLst>
            <pc:docMk/>
            <pc:sldMk cId="755225192" sldId="324"/>
            <ac:cxnSpMk id="17" creationId="{27256D7F-A43F-4E63-AF03-8F9A72F7829B}"/>
          </ac:cxnSpMkLst>
        </pc:cxnChg>
        <pc:cxnChg chg="del">
          <ac:chgData name="MONTEIRO Leonardo" userId="2573e68e-8b52-4cb8-8785-ccdda53c9c42" providerId="ADAL" clId="{C912CFF4-A566-408D-AAFB-F09356E9210A}" dt="2022-04-01T00:51:29.286" v="1418" actId="478"/>
          <ac:cxnSpMkLst>
            <pc:docMk/>
            <pc:sldMk cId="755225192" sldId="324"/>
            <ac:cxnSpMk id="19" creationId="{03F25B89-C502-4CA5-92F7-E63D305E4E5D}"/>
          </ac:cxnSpMkLst>
        </pc:cxnChg>
        <pc:cxnChg chg="del">
          <ac:chgData name="MONTEIRO Leonardo" userId="2573e68e-8b52-4cb8-8785-ccdda53c9c42" providerId="ADAL" clId="{C912CFF4-A566-408D-AAFB-F09356E9210A}" dt="2022-04-01T00:51:29.286" v="1418" actId="478"/>
          <ac:cxnSpMkLst>
            <pc:docMk/>
            <pc:sldMk cId="755225192" sldId="324"/>
            <ac:cxnSpMk id="20" creationId="{951BB93F-B31C-4917-9429-87BBBE9DD5F5}"/>
          </ac:cxnSpMkLst>
        </pc:cxnChg>
        <pc:cxnChg chg="add del mod">
          <ac:chgData name="MONTEIRO Leonardo" userId="2573e68e-8b52-4cb8-8785-ccdda53c9c42" providerId="ADAL" clId="{C912CFF4-A566-408D-AAFB-F09356E9210A}" dt="2022-04-01T01:38:35.139" v="2539" actId="21"/>
          <ac:cxnSpMkLst>
            <pc:docMk/>
            <pc:sldMk cId="755225192" sldId="324"/>
            <ac:cxnSpMk id="25" creationId="{53254AC9-35A1-4AA5-BF6B-941233D31C4E}"/>
          </ac:cxnSpMkLst>
        </pc:cxnChg>
        <pc:cxnChg chg="add del mod">
          <ac:chgData name="MONTEIRO Leonardo" userId="2573e68e-8b52-4cb8-8785-ccdda53c9c42" providerId="ADAL" clId="{C912CFF4-A566-408D-AAFB-F09356E9210A}" dt="2022-04-01T01:38:35.139" v="2539" actId="21"/>
          <ac:cxnSpMkLst>
            <pc:docMk/>
            <pc:sldMk cId="755225192" sldId="324"/>
            <ac:cxnSpMk id="27" creationId="{2691B7DA-5D97-4A18-9320-C1732B3A3C90}"/>
          </ac:cxnSpMkLst>
        </pc:cxnChg>
        <pc:cxnChg chg="add mod">
          <ac:chgData name="MONTEIRO Leonardo" userId="2573e68e-8b52-4cb8-8785-ccdda53c9c42" providerId="ADAL" clId="{C912CFF4-A566-408D-AAFB-F09356E9210A}" dt="2022-04-01T02:45:33.655" v="4363" actId="692"/>
          <ac:cxnSpMkLst>
            <pc:docMk/>
            <pc:sldMk cId="755225192" sldId="324"/>
            <ac:cxnSpMk id="33" creationId="{7C33481E-745B-48E4-ABAA-EABD0540A5CB}"/>
          </ac:cxnSpMkLst>
        </pc:cxnChg>
        <pc:cxnChg chg="add mod">
          <ac:chgData name="MONTEIRO Leonardo" userId="2573e68e-8b52-4cb8-8785-ccdda53c9c42" providerId="ADAL" clId="{C912CFF4-A566-408D-AAFB-F09356E9210A}" dt="2022-04-01T02:45:33.655" v="4363" actId="692"/>
          <ac:cxnSpMkLst>
            <pc:docMk/>
            <pc:sldMk cId="755225192" sldId="324"/>
            <ac:cxnSpMk id="35" creationId="{9D1728AF-0C5F-4FAE-9202-BB2984D027AC}"/>
          </ac:cxnSpMkLst>
        </pc:cxnChg>
      </pc:sldChg>
      <pc:sldChg chg="addSp delSp modSp add del mod">
        <pc:chgData name="MONTEIRO Leonardo" userId="2573e68e-8b52-4cb8-8785-ccdda53c9c42" providerId="ADAL" clId="{C912CFF4-A566-408D-AAFB-F09356E9210A}" dt="2022-04-01T00:51:00.065" v="1401" actId="2696"/>
        <pc:sldMkLst>
          <pc:docMk/>
          <pc:sldMk cId="1519106431" sldId="324"/>
        </pc:sldMkLst>
        <pc:spChg chg="mod">
          <ac:chgData name="MONTEIRO Leonardo" userId="2573e68e-8b52-4cb8-8785-ccdda53c9c42" providerId="ADAL" clId="{C912CFF4-A566-408D-AAFB-F09356E9210A}" dt="2022-04-01T00:46:51.209" v="1357" actId="20577"/>
          <ac:spMkLst>
            <pc:docMk/>
            <pc:sldMk cId="1519106431" sldId="324"/>
            <ac:spMk id="2" creationId="{9DF2FECD-0835-4B35-8C04-7C68E662D2F8}"/>
          </ac:spMkLst>
        </pc:spChg>
        <pc:spChg chg="del">
          <ac:chgData name="MONTEIRO Leonardo" userId="2573e68e-8b52-4cb8-8785-ccdda53c9c42" providerId="ADAL" clId="{C912CFF4-A566-408D-AAFB-F09356E9210A}" dt="2022-04-01T00:46:56.483" v="1358" actId="478"/>
          <ac:spMkLst>
            <pc:docMk/>
            <pc:sldMk cId="1519106431" sldId="324"/>
            <ac:spMk id="13" creationId="{8E1D7D3D-047B-4A42-88F6-6072018CED87}"/>
          </ac:spMkLst>
        </pc:spChg>
        <pc:spChg chg="del">
          <ac:chgData name="MONTEIRO Leonardo" userId="2573e68e-8b52-4cb8-8785-ccdda53c9c42" providerId="ADAL" clId="{C912CFF4-A566-408D-AAFB-F09356E9210A}" dt="2022-04-01T00:46:56.483" v="1358" actId="478"/>
          <ac:spMkLst>
            <pc:docMk/>
            <pc:sldMk cId="1519106431" sldId="324"/>
            <ac:spMk id="14" creationId="{AEF67C18-56E9-445F-BB9B-BEF4D616CC49}"/>
          </ac:spMkLst>
        </pc:spChg>
        <pc:spChg chg="del">
          <ac:chgData name="MONTEIRO Leonardo" userId="2573e68e-8b52-4cb8-8785-ccdda53c9c42" providerId="ADAL" clId="{C912CFF4-A566-408D-AAFB-F09356E9210A}" dt="2022-04-01T00:46:56.483" v="1358" actId="478"/>
          <ac:spMkLst>
            <pc:docMk/>
            <pc:sldMk cId="1519106431" sldId="324"/>
            <ac:spMk id="15" creationId="{DDE6673B-6355-4A6E-A204-D4D0F163B632}"/>
          </ac:spMkLst>
        </pc:spChg>
        <pc:spChg chg="del">
          <ac:chgData name="MONTEIRO Leonardo" userId="2573e68e-8b52-4cb8-8785-ccdda53c9c42" providerId="ADAL" clId="{C912CFF4-A566-408D-AAFB-F09356E9210A}" dt="2022-04-01T00:46:56.483" v="1358" actId="478"/>
          <ac:spMkLst>
            <pc:docMk/>
            <pc:sldMk cId="1519106431" sldId="324"/>
            <ac:spMk id="18" creationId="{F18B3F9E-C83A-4605-B40C-75C3D21380C0}"/>
          </ac:spMkLst>
        </pc:spChg>
        <pc:spChg chg="add mod">
          <ac:chgData name="MONTEIRO Leonardo" userId="2573e68e-8b52-4cb8-8785-ccdda53c9c42" providerId="ADAL" clId="{C912CFF4-A566-408D-AAFB-F09356E9210A}" dt="2022-04-01T00:50:48.584" v="1400" actId="14100"/>
          <ac:spMkLst>
            <pc:docMk/>
            <pc:sldMk cId="1519106431" sldId="324"/>
            <ac:spMk id="22" creationId="{85C8A35F-9456-480A-9743-396CEA2C2288}"/>
          </ac:spMkLst>
        </pc:spChg>
        <pc:picChg chg="del">
          <ac:chgData name="MONTEIRO Leonardo" userId="2573e68e-8b52-4cb8-8785-ccdda53c9c42" providerId="ADAL" clId="{C912CFF4-A566-408D-AAFB-F09356E9210A}" dt="2022-04-01T00:46:56.483" v="1358" actId="478"/>
          <ac:picMkLst>
            <pc:docMk/>
            <pc:sldMk cId="1519106431" sldId="324"/>
            <ac:picMk id="10" creationId="{949C1F06-7177-49BC-9744-3AD4D206FD10}"/>
          </ac:picMkLst>
        </pc:picChg>
        <pc:picChg chg="del">
          <ac:chgData name="MONTEIRO Leonardo" userId="2573e68e-8b52-4cb8-8785-ccdda53c9c42" providerId="ADAL" clId="{C912CFF4-A566-408D-AAFB-F09356E9210A}" dt="2022-04-01T00:46:56.483" v="1358" actId="478"/>
          <ac:picMkLst>
            <pc:docMk/>
            <pc:sldMk cId="1519106431" sldId="324"/>
            <ac:picMk id="12" creationId="{60D2BC33-8A89-48D2-B324-019BE03BE23D}"/>
          </ac:picMkLst>
        </pc:picChg>
        <pc:picChg chg="add mod">
          <ac:chgData name="MONTEIRO Leonardo" userId="2573e68e-8b52-4cb8-8785-ccdda53c9c42" providerId="ADAL" clId="{C912CFF4-A566-408D-AAFB-F09356E9210A}" dt="2022-04-01T00:50:35.801" v="1395" actId="1076"/>
          <ac:picMkLst>
            <pc:docMk/>
            <pc:sldMk cId="1519106431" sldId="324"/>
            <ac:picMk id="21" creationId="{D69215F4-821F-46EA-B824-A5EE9D6B9A39}"/>
          </ac:picMkLst>
        </pc:picChg>
        <pc:picChg chg="add mod">
          <ac:chgData name="MONTEIRO Leonardo" userId="2573e68e-8b52-4cb8-8785-ccdda53c9c42" providerId="ADAL" clId="{C912CFF4-A566-408D-AAFB-F09356E9210A}" dt="2022-04-01T00:50:39.098" v="1397" actId="1076"/>
          <ac:picMkLst>
            <pc:docMk/>
            <pc:sldMk cId="1519106431" sldId="324"/>
            <ac:picMk id="23" creationId="{0896CB84-3C46-4A75-B48F-54AA5F28EC72}"/>
          </ac:picMkLst>
        </pc:picChg>
        <pc:picChg chg="del">
          <ac:chgData name="MONTEIRO Leonardo" userId="2573e68e-8b52-4cb8-8785-ccdda53c9c42" providerId="ADAL" clId="{C912CFF4-A566-408D-AAFB-F09356E9210A}" dt="2022-04-01T00:46:56.483" v="1358" actId="478"/>
          <ac:picMkLst>
            <pc:docMk/>
            <pc:sldMk cId="1519106431" sldId="324"/>
            <ac:picMk id="24" creationId="{99075731-1BC9-4E0D-98C1-4CD84D44E968}"/>
          </ac:picMkLst>
        </pc:picChg>
        <pc:picChg chg="add mod">
          <ac:chgData name="MONTEIRO Leonardo" userId="2573e68e-8b52-4cb8-8785-ccdda53c9c42" providerId="ADAL" clId="{C912CFF4-A566-408D-AAFB-F09356E9210A}" dt="2022-04-01T00:50:41.033" v="1398" actId="1076"/>
          <ac:picMkLst>
            <pc:docMk/>
            <pc:sldMk cId="1519106431" sldId="324"/>
            <ac:picMk id="25" creationId="{19FCF69B-7441-4C37-9B2D-20EBB0FFE3DC}"/>
          </ac:picMkLst>
        </pc:picChg>
        <pc:picChg chg="del">
          <ac:chgData name="MONTEIRO Leonardo" userId="2573e68e-8b52-4cb8-8785-ccdda53c9c42" providerId="ADAL" clId="{C912CFF4-A566-408D-AAFB-F09356E9210A}" dt="2022-04-01T00:46:56.483" v="1358" actId="478"/>
          <ac:picMkLst>
            <pc:docMk/>
            <pc:sldMk cId="1519106431" sldId="324"/>
            <ac:picMk id="40" creationId="{B4A6CE1A-AF97-4168-BDE1-9BCC190CFDAD}"/>
          </ac:picMkLst>
        </pc:picChg>
        <pc:cxnChg chg="del mod">
          <ac:chgData name="MONTEIRO Leonardo" userId="2573e68e-8b52-4cb8-8785-ccdda53c9c42" providerId="ADAL" clId="{C912CFF4-A566-408D-AAFB-F09356E9210A}" dt="2022-04-01T00:46:56.483" v="1358" actId="478"/>
          <ac:cxnSpMkLst>
            <pc:docMk/>
            <pc:sldMk cId="1519106431" sldId="324"/>
            <ac:cxnSpMk id="16" creationId="{05C1D09E-ADB9-4BAD-8E14-8E3EE46E0336}"/>
          </ac:cxnSpMkLst>
        </pc:cxnChg>
        <pc:cxnChg chg="del mod">
          <ac:chgData name="MONTEIRO Leonardo" userId="2573e68e-8b52-4cb8-8785-ccdda53c9c42" providerId="ADAL" clId="{C912CFF4-A566-408D-AAFB-F09356E9210A}" dt="2022-04-01T00:46:56.483" v="1358" actId="478"/>
          <ac:cxnSpMkLst>
            <pc:docMk/>
            <pc:sldMk cId="1519106431" sldId="324"/>
            <ac:cxnSpMk id="17" creationId="{27256D7F-A43F-4E63-AF03-8F9A72F7829B}"/>
          </ac:cxnSpMkLst>
        </pc:cxnChg>
        <pc:cxnChg chg="del">
          <ac:chgData name="MONTEIRO Leonardo" userId="2573e68e-8b52-4cb8-8785-ccdda53c9c42" providerId="ADAL" clId="{C912CFF4-A566-408D-AAFB-F09356E9210A}" dt="2022-04-01T00:46:56.483" v="1358" actId="478"/>
          <ac:cxnSpMkLst>
            <pc:docMk/>
            <pc:sldMk cId="1519106431" sldId="324"/>
            <ac:cxnSpMk id="19" creationId="{03F25B89-C502-4CA5-92F7-E63D305E4E5D}"/>
          </ac:cxnSpMkLst>
        </pc:cxnChg>
        <pc:cxnChg chg="del">
          <ac:chgData name="MONTEIRO Leonardo" userId="2573e68e-8b52-4cb8-8785-ccdda53c9c42" providerId="ADAL" clId="{C912CFF4-A566-408D-AAFB-F09356E9210A}" dt="2022-04-01T00:46:56.483" v="1358" actId="478"/>
          <ac:cxnSpMkLst>
            <pc:docMk/>
            <pc:sldMk cId="1519106431" sldId="324"/>
            <ac:cxnSpMk id="20" creationId="{951BB93F-B31C-4917-9429-87BBBE9DD5F5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1:06:47.187" v="1840" actId="20577"/>
        <pc:sldMkLst>
          <pc:docMk/>
          <pc:sldMk cId="1507332724" sldId="325"/>
        </pc:sldMkLst>
        <pc:spChg chg="mod">
          <ac:chgData name="MONTEIRO Leonardo" userId="2573e68e-8b52-4cb8-8785-ccdda53c9c42" providerId="ADAL" clId="{C912CFF4-A566-408D-AAFB-F09356E9210A}" dt="2022-04-01T01:06:39.455" v="1838" actId="20577"/>
          <ac:spMkLst>
            <pc:docMk/>
            <pc:sldMk cId="1507332724" sldId="325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1:06:47.187" v="1840" actId="20577"/>
          <ac:spMkLst>
            <pc:docMk/>
            <pc:sldMk cId="1507332724" sldId="325"/>
            <ac:spMk id="5" creationId="{28947BA6-91BF-485B-9587-1D12B42AC0F7}"/>
          </ac:spMkLst>
        </pc:spChg>
        <pc:spChg chg="add mod">
          <ac:chgData name="MONTEIRO Leonardo" userId="2573e68e-8b52-4cb8-8785-ccdda53c9c42" providerId="ADAL" clId="{C912CFF4-A566-408D-AAFB-F09356E9210A}" dt="2022-04-01T01:05:59.321" v="1813" actId="1076"/>
          <ac:spMkLst>
            <pc:docMk/>
            <pc:sldMk cId="1507332724" sldId="325"/>
            <ac:spMk id="9" creationId="{01D9C5E6-D162-4D86-9460-58FE286BE152}"/>
          </ac:spMkLst>
        </pc:spChg>
        <pc:spChg chg="add mod">
          <ac:chgData name="MONTEIRO Leonardo" userId="2573e68e-8b52-4cb8-8785-ccdda53c9c42" providerId="ADAL" clId="{C912CFF4-A566-408D-AAFB-F09356E9210A}" dt="2022-04-01T01:03:34.612" v="1739" actId="6549"/>
          <ac:spMkLst>
            <pc:docMk/>
            <pc:sldMk cId="1507332724" sldId="325"/>
            <ac:spMk id="10" creationId="{53D72672-DF65-4383-B1F1-A4EA1309058C}"/>
          </ac:spMkLst>
        </pc:spChg>
        <pc:spChg chg="add mod">
          <ac:chgData name="MONTEIRO Leonardo" userId="2573e68e-8b52-4cb8-8785-ccdda53c9c42" providerId="ADAL" clId="{C912CFF4-A566-408D-AAFB-F09356E9210A}" dt="2022-04-01T01:05:35.829" v="1811" actId="1076"/>
          <ac:spMkLst>
            <pc:docMk/>
            <pc:sldMk cId="1507332724" sldId="325"/>
            <ac:spMk id="11" creationId="{7658D44C-A283-4FBF-8AA6-B7708608F06F}"/>
          </ac:spMkLst>
        </pc:spChg>
        <pc:spChg chg="add mod">
          <ac:chgData name="MONTEIRO Leonardo" userId="2573e68e-8b52-4cb8-8785-ccdda53c9c42" providerId="ADAL" clId="{C912CFF4-A566-408D-AAFB-F09356E9210A}" dt="2022-04-01T01:03:52.884" v="1741" actId="1076"/>
          <ac:spMkLst>
            <pc:docMk/>
            <pc:sldMk cId="1507332724" sldId="325"/>
            <ac:spMk id="15" creationId="{A35497B5-DC49-4ACE-BC30-3C2DB241BA69}"/>
          </ac:spMkLst>
        </pc:spChg>
        <pc:spChg chg="add del mod">
          <ac:chgData name="MONTEIRO Leonardo" userId="2573e68e-8b52-4cb8-8785-ccdda53c9c42" providerId="ADAL" clId="{C912CFF4-A566-408D-AAFB-F09356E9210A}" dt="2022-04-01T01:04:21.453" v="1746"/>
          <ac:spMkLst>
            <pc:docMk/>
            <pc:sldMk cId="1507332724" sldId="325"/>
            <ac:spMk id="27" creationId="{5AD44A82-2B1E-413C-88AB-0114F7ED6AC4}"/>
          </ac:spMkLst>
        </pc:spChg>
        <pc:spChg chg="add del mod">
          <ac:chgData name="MONTEIRO Leonardo" userId="2573e68e-8b52-4cb8-8785-ccdda53c9c42" providerId="ADAL" clId="{C912CFF4-A566-408D-AAFB-F09356E9210A}" dt="2022-04-01T01:04:21.453" v="1746"/>
          <ac:spMkLst>
            <pc:docMk/>
            <pc:sldMk cId="1507332724" sldId="325"/>
            <ac:spMk id="28" creationId="{0599F9BE-3E25-49F6-99FD-930E15F9CD9E}"/>
          </ac:spMkLst>
        </pc:spChg>
        <pc:spChg chg="add del mod">
          <ac:chgData name="MONTEIRO Leonardo" userId="2573e68e-8b52-4cb8-8785-ccdda53c9c42" providerId="ADAL" clId="{C912CFF4-A566-408D-AAFB-F09356E9210A}" dt="2022-04-01T01:04:21.453" v="1746"/>
          <ac:spMkLst>
            <pc:docMk/>
            <pc:sldMk cId="1507332724" sldId="325"/>
            <ac:spMk id="29" creationId="{C847B0F9-8AA0-45E9-B270-D6E9921E3505}"/>
          </ac:spMkLst>
        </pc:spChg>
        <pc:spChg chg="add del mod">
          <ac:chgData name="MONTEIRO Leonardo" userId="2573e68e-8b52-4cb8-8785-ccdda53c9c42" providerId="ADAL" clId="{C912CFF4-A566-408D-AAFB-F09356E9210A}" dt="2022-04-01T01:04:21.453" v="1746"/>
          <ac:spMkLst>
            <pc:docMk/>
            <pc:sldMk cId="1507332724" sldId="325"/>
            <ac:spMk id="33" creationId="{36985028-0633-435C-BC13-B7E3FA3B0658}"/>
          </ac:spMkLst>
        </pc:spChg>
        <pc:spChg chg="add mod">
          <ac:chgData name="MONTEIRO Leonardo" userId="2573e68e-8b52-4cb8-8785-ccdda53c9c42" providerId="ADAL" clId="{C912CFF4-A566-408D-AAFB-F09356E9210A}" dt="2022-04-01T01:04:51.746" v="1802" actId="20577"/>
          <ac:spMkLst>
            <pc:docMk/>
            <pc:sldMk cId="1507332724" sldId="325"/>
            <ac:spMk id="35" creationId="{55740D74-9867-44F3-AD8F-595AB17DEDDC}"/>
          </ac:spMkLst>
        </pc:spChg>
        <pc:picChg chg="add mod">
          <ac:chgData name="MONTEIRO Leonardo" userId="2573e68e-8b52-4cb8-8785-ccdda53c9c42" providerId="ADAL" clId="{C912CFF4-A566-408D-AAFB-F09356E9210A}" dt="2022-04-01T01:05:09.197" v="1807" actId="1076"/>
          <ac:picMkLst>
            <pc:docMk/>
            <pc:sldMk cId="1507332724" sldId="325"/>
            <ac:picMk id="8" creationId="{20ABED52-7C5E-4032-A4B9-546218E10D5F}"/>
          </ac:picMkLst>
        </pc:picChg>
        <pc:cxnChg chg="add mod">
          <ac:chgData name="MONTEIRO Leonardo" userId="2573e68e-8b52-4cb8-8785-ccdda53c9c42" providerId="ADAL" clId="{C912CFF4-A566-408D-AAFB-F09356E9210A}" dt="2022-04-01T01:06:04.262" v="1815" actId="14100"/>
          <ac:cxnSpMkLst>
            <pc:docMk/>
            <pc:sldMk cId="1507332724" sldId="325"/>
            <ac:cxnSpMk id="12" creationId="{37D3E3C3-56B0-4133-8EFB-B923931B0EE2}"/>
          </ac:cxnSpMkLst>
        </pc:cxnChg>
        <pc:cxnChg chg="add mod">
          <ac:chgData name="MONTEIRO Leonardo" userId="2573e68e-8b52-4cb8-8785-ccdda53c9c42" providerId="ADAL" clId="{C912CFF4-A566-408D-AAFB-F09356E9210A}" dt="2022-04-01T01:03:34.612" v="1739" actId="6549"/>
          <ac:cxnSpMkLst>
            <pc:docMk/>
            <pc:sldMk cId="1507332724" sldId="325"/>
            <ac:cxnSpMk id="13" creationId="{8BD44A70-C520-4B8D-A9F8-C250DB07DA0A}"/>
          </ac:cxnSpMkLst>
        </pc:cxnChg>
        <pc:cxnChg chg="add mod">
          <ac:chgData name="MONTEIRO Leonardo" userId="2573e68e-8b52-4cb8-8785-ccdda53c9c42" providerId="ADAL" clId="{C912CFF4-A566-408D-AAFB-F09356E9210A}" dt="2022-04-01T01:06:07.299" v="1816" actId="14100"/>
          <ac:cxnSpMkLst>
            <pc:docMk/>
            <pc:sldMk cId="1507332724" sldId="325"/>
            <ac:cxnSpMk id="14" creationId="{ED70509E-5301-481E-A5EA-8D74CAF01FD4}"/>
          </ac:cxnSpMkLst>
        </pc:cxnChg>
        <pc:cxnChg chg="add mod">
          <ac:chgData name="MONTEIRO Leonardo" userId="2573e68e-8b52-4cb8-8785-ccdda53c9c42" providerId="ADAL" clId="{C912CFF4-A566-408D-AAFB-F09356E9210A}" dt="2022-04-01T01:04:04.449" v="1744" actId="14100"/>
          <ac:cxnSpMkLst>
            <pc:docMk/>
            <pc:sldMk cId="1507332724" sldId="325"/>
            <ac:cxnSpMk id="16" creationId="{0AE362D9-766E-4B4A-98E6-0C2B48FF0A1C}"/>
          </ac:cxnSpMkLst>
        </pc:cxnChg>
        <pc:cxnChg chg="add del mod">
          <ac:chgData name="MONTEIRO Leonardo" userId="2573e68e-8b52-4cb8-8785-ccdda53c9c42" providerId="ADAL" clId="{C912CFF4-A566-408D-AAFB-F09356E9210A}" dt="2022-04-01T01:04:21.453" v="1746"/>
          <ac:cxnSpMkLst>
            <pc:docMk/>
            <pc:sldMk cId="1507332724" sldId="325"/>
            <ac:cxnSpMk id="30" creationId="{BDEDBBBE-34D2-49F8-B633-C647E42E40C3}"/>
          </ac:cxnSpMkLst>
        </pc:cxnChg>
        <pc:cxnChg chg="add del mod">
          <ac:chgData name="MONTEIRO Leonardo" userId="2573e68e-8b52-4cb8-8785-ccdda53c9c42" providerId="ADAL" clId="{C912CFF4-A566-408D-AAFB-F09356E9210A}" dt="2022-04-01T01:04:21.453" v="1746"/>
          <ac:cxnSpMkLst>
            <pc:docMk/>
            <pc:sldMk cId="1507332724" sldId="325"/>
            <ac:cxnSpMk id="31" creationId="{A7FDF4A6-21D6-47CD-AD07-140AD4FEEDB5}"/>
          </ac:cxnSpMkLst>
        </pc:cxnChg>
        <pc:cxnChg chg="add del mod">
          <ac:chgData name="MONTEIRO Leonardo" userId="2573e68e-8b52-4cb8-8785-ccdda53c9c42" providerId="ADAL" clId="{C912CFF4-A566-408D-AAFB-F09356E9210A}" dt="2022-04-01T01:04:21.453" v="1746"/>
          <ac:cxnSpMkLst>
            <pc:docMk/>
            <pc:sldMk cId="1507332724" sldId="325"/>
            <ac:cxnSpMk id="32" creationId="{5A2813E2-C64F-4C81-B5EF-508A8DD46E8F}"/>
          </ac:cxnSpMkLst>
        </pc:cxnChg>
        <pc:cxnChg chg="add del mod">
          <ac:chgData name="MONTEIRO Leonardo" userId="2573e68e-8b52-4cb8-8785-ccdda53c9c42" providerId="ADAL" clId="{C912CFF4-A566-408D-AAFB-F09356E9210A}" dt="2022-04-01T01:04:21.453" v="1746"/>
          <ac:cxnSpMkLst>
            <pc:docMk/>
            <pc:sldMk cId="1507332724" sldId="325"/>
            <ac:cxnSpMk id="34" creationId="{925842BC-9F9F-4CE2-9C5D-F88B36E87465}"/>
          </ac:cxnSpMkLst>
        </pc:cxnChg>
        <pc:cxnChg chg="add mod">
          <ac:chgData name="MONTEIRO Leonardo" userId="2573e68e-8b52-4cb8-8785-ccdda53c9c42" providerId="ADAL" clId="{C912CFF4-A566-408D-AAFB-F09356E9210A}" dt="2022-04-01T01:05:16.916" v="1808" actId="14100"/>
          <ac:cxnSpMkLst>
            <pc:docMk/>
            <pc:sldMk cId="1507332724" sldId="325"/>
            <ac:cxnSpMk id="36" creationId="{960464E8-8957-4A01-9563-D24C72B19DF1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1:31:39.493" v="2429" actId="14100"/>
        <pc:sldMkLst>
          <pc:docMk/>
          <pc:sldMk cId="387474281" sldId="326"/>
        </pc:sldMkLst>
        <pc:spChg chg="mod">
          <ac:chgData name="MONTEIRO Leonardo" userId="2573e68e-8b52-4cb8-8785-ccdda53c9c42" providerId="ADAL" clId="{C912CFF4-A566-408D-AAFB-F09356E9210A}" dt="2022-04-01T01:13:23.711" v="1928" actId="20577"/>
          <ac:spMkLst>
            <pc:docMk/>
            <pc:sldMk cId="387474281" sldId="326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1:12:04.617" v="1851" actId="20577"/>
          <ac:spMkLst>
            <pc:docMk/>
            <pc:sldMk cId="387474281" sldId="326"/>
            <ac:spMk id="5" creationId="{28947BA6-91BF-485B-9587-1D12B42AC0F7}"/>
          </ac:spMkLst>
        </pc:spChg>
        <pc:spChg chg="add mod">
          <ac:chgData name="MONTEIRO Leonardo" userId="2573e68e-8b52-4cb8-8785-ccdda53c9c42" providerId="ADAL" clId="{C912CFF4-A566-408D-AAFB-F09356E9210A}" dt="2022-04-01T01:27:06.849" v="2260" actId="1076"/>
          <ac:spMkLst>
            <pc:docMk/>
            <pc:sldMk cId="387474281" sldId="326"/>
            <ac:spMk id="13" creationId="{3E0DA2A4-2EDF-47E0-B93A-7202DDE26CF2}"/>
          </ac:spMkLst>
        </pc:spChg>
        <pc:spChg chg="add mod">
          <ac:chgData name="MONTEIRO Leonardo" userId="2573e68e-8b52-4cb8-8785-ccdda53c9c42" providerId="ADAL" clId="{C912CFF4-A566-408D-AAFB-F09356E9210A}" dt="2022-04-01T01:27:01.789" v="2259" actId="1076"/>
          <ac:spMkLst>
            <pc:docMk/>
            <pc:sldMk cId="387474281" sldId="326"/>
            <ac:spMk id="14" creationId="{0B6564E3-A56C-46F4-B99D-5C61551FA596}"/>
          </ac:spMkLst>
        </pc:spChg>
        <pc:spChg chg="add mod">
          <ac:chgData name="MONTEIRO Leonardo" userId="2573e68e-8b52-4cb8-8785-ccdda53c9c42" providerId="ADAL" clId="{C912CFF4-A566-408D-AAFB-F09356E9210A}" dt="2022-04-01T01:22:11.609" v="2057" actId="20577"/>
          <ac:spMkLst>
            <pc:docMk/>
            <pc:sldMk cId="387474281" sldId="326"/>
            <ac:spMk id="15" creationId="{7868E7BA-DCFC-4BC9-B8B2-7AEDB4932994}"/>
          </ac:spMkLst>
        </pc:spChg>
        <pc:spChg chg="add mod">
          <ac:chgData name="MONTEIRO Leonardo" userId="2573e68e-8b52-4cb8-8785-ccdda53c9c42" providerId="ADAL" clId="{C912CFF4-A566-408D-AAFB-F09356E9210A}" dt="2022-04-01T01:30:37.314" v="2383" actId="1076"/>
          <ac:spMkLst>
            <pc:docMk/>
            <pc:sldMk cId="387474281" sldId="326"/>
            <ac:spMk id="19" creationId="{9295E263-78F0-4679-8714-209C6E97CF2F}"/>
          </ac:spMkLst>
        </pc:spChg>
        <pc:spChg chg="add mod">
          <ac:chgData name="MONTEIRO Leonardo" userId="2573e68e-8b52-4cb8-8785-ccdda53c9c42" providerId="ADAL" clId="{C912CFF4-A566-408D-AAFB-F09356E9210A}" dt="2022-04-01T01:28:34.720" v="2317" actId="1076"/>
          <ac:spMkLst>
            <pc:docMk/>
            <pc:sldMk cId="387474281" sldId="326"/>
            <ac:spMk id="21" creationId="{95027A1E-7297-4B43-8AB2-5E0D5CCE535B}"/>
          </ac:spMkLst>
        </pc:spChg>
        <pc:spChg chg="add mod">
          <ac:chgData name="MONTEIRO Leonardo" userId="2573e68e-8b52-4cb8-8785-ccdda53c9c42" providerId="ADAL" clId="{C912CFF4-A566-408D-AAFB-F09356E9210A}" dt="2022-04-01T01:30:20.482" v="2378" actId="1076"/>
          <ac:spMkLst>
            <pc:docMk/>
            <pc:sldMk cId="387474281" sldId="326"/>
            <ac:spMk id="67" creationId="{8D5ED5E3-C36A-4D73-9804-7B25E96D3BD9}"/>
          </ac:spMkLst>
        </pc:spChg>
        <pc:spChg chg="add mod">
          <ac:chgData name="MONTEIRO Leonardo" userId="2573e68e-8b52-4cb8-8785-ccdda53c9c42" providerId="ADAL" clId="{C912CFF4-A566-408D-AAFB-F09356E9210A}" dt="2022-04-01T01:31:28.172" v="2427" actId="20577"/>
          <ac:spMkLst>
            <pc:docMk/>
            <pc:sldMk cId="387474281" sldId="326"/>
            <ac:spMk id="76" creationId="{D0817707-4BB4-4779-A572-17AE88A54208}"/>
          </ac:spMkLst>
        </pc:spChg>
        <pc:picChg chg="add del mod">
          <ac:chgData name="MONTEIRO Leonardo" userId="2573e68e-8b52-4cb8-8785-ccdda53c9c42" providerId="ADAL" clId="{C912CFF4-A566-408D-AAFB-F09356E9210A}" dt="2022-04-01T01:14:27.653" v="1936" actId="478"/>
          <ac:picMkLst>
            <pc:docMk/>
            <pc:sldMk cId="387474281" sldId="326"/>
            <ac:picMk id="8" creationId="{1E1BF310-20EE-45AC-AD0D-C2175F433326}"/>
          </ac:picMkLst>
        </pc:picChg>
        <pc:picChg chg="add del mod">
          <ac:chgData name="MONTEIRO Leonardo" userId="2573e68e-8b52-4cb8-8785-ccdda53c9c42" providerId="ADAL" clId="{C912CFF4-A566-408D-AAFB-F09356E9210A}" dt="2022-04-01T01:14:28.237" v="1937" actId="478"/>
          <ac:picMkLst>
            <pc:docMk/>
            <pc:sldMk cId="387474281" sldId="326"/>
            <ac:picMk id="10" creationId="{54F0755A-BB68-42D3-BEEF-E621CF0B2799}"/>
          </ac:picMkLst>
        </pc:picChg>
        <pc:picChg chg="add mod modCrop">
          <ac:chgData name="MONTEIRO Leonardo" userId="2573e68e-8b52-4cb8-8785-ccdda53c9c42" providerId="ADAL" clId="{C912CFF4-A566-408D-AAFB-F09356E9210A}" dt="2022-04-01T01:27:09.175" v="2262" actId="1076"/>
          <ac:picMkLst>
            <pc:docMk/>
            <pc:sldMk cId="387474281" sldId="326"/>
            <ac:picMk id="12" creationId="{64B69EA9-624C-4A7A-9A46-9429EF849991}"/>
          </ac:picMkLst>
        </pc:picChg>
        <pc:cxnChg chg="add mod">
          <ac:chgData name="MONTEIRO Leonardo" userId="2573e68e-8b52-4cb8-8785-ccdda53c9c42" providerId="ADAL" clId="{C912CFF4-A566-408D-AAFB-F09356E9210A}" dt="2022-04-01T01:27:27.550" v="2288" actId="14100"/>
          <ac:cxnSpMkLst>
            <pc:docMk/>
            <pc:sldMk cId="387474281" sldId="326"/>
            <ac:cxnSpMk id="16" creationId="{FB2B9814-451A-4D46-8B3B-34070B8A5FF0}"/>
          </ac:cxnSpMkLst>
        </pc:cxnChg>
        <pc:cxnChg chg="add mod">
          <ac:chgData name="MONTEIRO Leonardo" userId="2573e68e-8b52-4cb8-8785-ccdda53c9c42" providerId="ADAL" clId="{C912CFF4-A566-408D-AAFB-F09356E9210A}" dt="2022-04-01T01:27:33.555" v="2289" actId="14100"/>
          <ac:cxnSpMkLst>
            <pc:docMk/>
            <pc:sldMk cId="387474281" sldId="326"/>
            <ac:cxnSpMk id="17" creationId="{C56D94E3-6A52-42A1-9C70-1CB8FB8B7BAB}"/>
          </ac:cxnSpMkLst>
        </pc:cxnChg>
        <pc:cxnChg chg="add mod">
          <ac:chgData name="MONTEIRO Leonardo" userId="2573e68e-8b52-4cb8-8785-ccdda53c9c42" providerId="ADAL" clId="{C912CFF4-A566-408D-AAFB-F09356E9210A}" dt="2022-04-01T01:22:09.606" v="2049" actId="20577"/>
          <ac:cxnSpMkLst>
            <pc:docMk/>
            <pc:sldMk cId="387474281" sldId="326"/>
            <ac:cxnSpMk id="18" creationId="{7AAD4DA9-0D22-43A9-838D-2EAB5859AD90}"/>
          </ac:cxnSpMkLst>
        </pc:cxnChg>
        <pc:cxnChg chg="add mod">
          <ac:chgData name="MONTEIRO Leonardo" userId="2573e68e-8b52-4cb8-8785-ccdda53c9c42" providerId="ADAL" clId="{C912CFF4-A566-408D-AAFB-F09356E9210A}" dt="2022-04-01T01:30:55.170" v="2390" actId="14100"/>
          <ac:cxnSpMkLst>
            <pc:docMk/>
            <pc:sldMk cId="387474281" sldId="326"/>
            <ac:cxnSpMk id="20" creationId="{F6CF6404-1EBD-4BFA-B2FB-29CE8B4353FB}"/>
          </ac:cxnSpMkLst>
        </pc:cxnChg>
        <pc:cxnChg chg="add mod">
          <ac:chgData name="MONTEIRO Leonardo" userId="2573e68e-8b52-4cb8-8785-ccdda53c9c42" providerId="ADAL" clId="{C912CFF4-A566-408D-AAFB-F09356E9210A}" dt="2022-04-01T01:28:52.950" v="2350" actId="14100"/>
          <ac:cxnSpMkLst>
            <pc:docMk/>
            <pc:sldMk cId="387474281" sldId="326"/>
            <ac:cxnSpMk id="22" creationId="{E1AE007F-608E-4992-B8DA-F64C9D1F26E2}"/>
          </ac:cxnSpMkLst>
        </pc:cxnChg>
        <pc:cxnChg chg="add mod">
          <ac:chgData name="MONTEIRO Leonardo" userId="2573e68e-8b52-4cb8-8785-ccdda53c9c42" providerId="ADAL" clId="{C912CFF4-A566-408D-AAFB-F09356E9210A}" dt="2022-04-01T01:30:28.408" v="2381" actId="14100"/>
          <ac:cxnSpMkLst>
            <pc:docMk/>
            <pc:sldMk cId="387474281" sldId="326"/>
            <ac:cxnSpMk id="68" creationId="{939EDE78-C415-4A4D-9428-F34657B27844}"/>
          </ac:cxnSpMkLst>
        </pc:cxnChg>
        <pc:cxnChg chg="add mod">
          <ac:chgData name="MONTEIRO Leonardo" userId="2573e68e-8b52-4cb8-8785-ccdda53c9c42" providerId="ADAL" clId="{C912CFF4-A566-408D-AAFB-F09356E9210A}" dt="2022-04-01T01:31:39.493" v="2429" actId="14100"/>
          <ac:cxnSpMkLst>
            <pc:docMk/>
            <pc:sldMk cId="387474281" sldId="326"/>
            <ac:cxnSpMk id="77" creationId="{5508F1B4-9375-455F-9E88-680BF6791331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2:19:31.072" v="3748" actId="14100"/>
        <pc:sldMkLst>
          <pc:docMk/>
          <pc:sldMk cId="331790799" sldId="327"/>
        </pc:sldMkLst>
        <pc:spChg chg="mod">
          <ac:chgData name="MONTEIRO Leonardo" userId="2573e68e-8b52-4cb8-8785-ccdda53c9c42" providerId="ADAL" clId="{C912CFF4-A566-408D-AAFB-F09356E9210A}" dt="2022-04-01T02:11:02.046" v="3417" actId="20577"/>
          <ac:spMkLst>
            <pc:docMk/>
            <pc:sldMk cId="331790799" sldId="327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2:04:38.026" v="3214" actId="20577"/>
          <ac:spMkLst>
            <pc:docMk/>
            <pc:sldMk cId="331790799" sldId="327"/>
            <ac:spMk id="5" creationId="{28947BA6-91BF-485B-9587-1D12B42AC0F7}"/>
          </ac:spMkLst>
        </pc:spChg>
        <pc:spChg chg="add mod">
          <ac:chgData name="MONTEIRO Leonardo" userId="2573e68e-8b52-4cb8-8785-ccdda53c9c42" providerId="ADAL" clId="{C912CFF4-A566-408D-AAFB-F09356E9210A}" dt="2022-04-01T02:19:12.302" v="3745" actId="1036"/>
          <ac:spMkLst>
            <pc:docMk/>
            <pc:sldMk cId="331790799" sldId="327"/>
            <ac:spMk id="15" creationId="{1462B266-30D8-4C18-94DB-95C4354C4FAB}"/>
          </ac:spMkLst>
        </pc:spChg>
        <pc:spChg chg="add mod">
          <ac:chgData name="MONTEIRO Leonardo" userId="2573e68e-8b52-4cb8-8785-ccdda53c9c42" providerId="ADAL" clId="{C912CFF4-A566-408D-AAFB-F09356E9210A}" dt="2022-04-01T02:19:12.302" v="3745" actId="1036"/>
          <ac:spMkLst>
            <pc:docMk/>
            <pc:sldMk cId="331790799" sldId="327"/>
            <ac:spMk id="21" creationId="{26252AAA-E833-468C-BF4A-BE9EEF075256}"/>
          </ac:spMkLst>
        </pc:spChg>
        <pc:spChg chg="add mod">
          <ac:chgData name="MONTEIRO Leonardo" userId="2573e68e-8b52-4cb8-8785-ccdda53c9c42" providerId="ADAL" clId="{C912CFF4-A566-408D-AAFB-F09356E9210A}" dt="2022-04-01T02:19:12.302" v="3745" actId="1036"/>
          <ac:spMkLst>
            <pc:docMk/>
            <pc:sldMk cId="331790799" sldId="327"/>
            <ac:spMk id="26" creationId="{8C3384BD-37FB-4A58-86F1-D3598BD319C8}"/>
          </ac:spMkLst>
        </pc:spChg>
        <pc:spChg chg="add mod">
          <ac:chgData name="MONTEIRO Leonardo" userId="2573e68e-8b52-4cb8-8785-ccdda53c9c42" providerId="ADAL" clId="{C912CFF4-A566-408D-AAFB-F09356E9210A}" dt="2022-04-01T02:19:12.302" v="3745" actId="1036"/>
          <ac:spMkLst>
            <pc:docMk/>
            <pc:sldMk cId="331790799" sldId="327"/>
            <ac:spMk id="31" creationId="{1CF19AE2-2CC6-4EE2-AB8E-B0CF7C10E662}"/>
          </ac:spMkLst>
        </pc:spChg>
        <pc:picChg chg="add mod">
          <ac:chgData name="MONTEIRO Leonardo" userId="2573e68e-8b52-4cb8-8785-ccdda53c9c42" providerId="ADAL" clId="{C912CFF4-A566-408D-AAFB-F09356E9210A}" dt="2022-04-01T02:19:20.055" v="3746" actId="1035"/>
          <ac:picMkLst>
            <pc:docMk/>
            <pc:sldMk cId="331790799" sldId="327"/>
            <ac:picMk id="8" creationId="{3A7FDF9C-4FE6-45EB-B8A7-DB067670C1F3}"/>
          </ac:picMkLst>
        </pc:picChg>
        <pc:picChg chg="add del mod">
          <ac:chgData name="MONTEIRO Leonardo" userId="2573e68e-8b52-4cb8-8785-ccdda53c9c42" providerId="ADAL" clId="{C912CFF4-A566-408D-AAFB-F09356E9210A}" dt="2022-04-01T02:12:25.946" v="3425" actId="478"/>
          <ac:picMkLst>
            <pc:docMk/>
            <pc:sldMk cId="331790799" sldId="327"/>
            <ac:picMk id="10" creationId="{9C0E65A8-33CA-4BEA-BF6A-AEDF74C86CBE}"/>
          </ac:picMkLst>
        </pc:picChg>
        <pc:picChg chg="add mod">
          <ac:chgData name="MONTEIRO Leonardo" userId="2573e68e-8b52-4cb8-8785-ccdda53c9c42" providerId="ADAL" clId="{C912CFF4-A566-408D-AAFB-F09356E9210A}" dt="2022-04-01T02:19:12.302" v="3745" actId="1036"/>
          <ac:picMkLst>
            <pc:docMk/>
            <pc:sldMk cId="331790799" sldId="327"/>
            <ac:picMk id="12" creationId="{B384E079-0E6E-4B9D-B6DF-AB4A442E079B}"/>
          </ac:picMkLst>
        </pc:picChg>
        <pc:picChg chg="add mod">
          <ac:chgData name="MONTEIRO Leonardo" userId="2573e68e-8b52-4cb8-8785-ccdda53c9c42" providerId="ADAL" clId="{C912CFF4-A566-408D-AAFB-F09356E9210A}" dt="2022-04-01T02:19:12.302" v="3745" actId="1036"/>
          <ac:picMkLst>
            <pc:docMk/>
            <pc:sldMk cId="331790799" sldId="327"/>
            <ac:picMk id="14" creationId="{1B278D57-9C42-415E-9398-27E2B737C726}"/>
          </ac:picMkLst>
        </pc:picChg>
        <pc:cxnChg chg="add mod">
          <ac:chgData name="MONTEIRO Leonardo" userId="2573e68e-8b52-4cb8-8785-ccdda53c9c42" providerId="ADAL" clId="{C912CFF4-A566-408D-AAFB-F09356E9210A}" dt="2022-04-01T02:19:31.072" v="3748" actId="14100"/>
          <ac:cxnSpMkLst>
            <pc:docMk/>
            <pc:sldMk cId="331790799" sldId="327"/>
            <ac:cxnSpMk id="16" creationId="{9DC50BCB-E844-412B-B0A4-943EC3A4F4A0}"/>
          </ac:cxnSpMkLst>
        </pc:cxnChg>
        <pc:cxnChg chg="add mod">
          <ac:chgData name="MONTEIRO Leonardo" userId="2573e68e-8b52-4cb8-8785-ccdda53c9c42" providerId="ADAL" clId="{C912CFF4-A566-408D-AAFB-F09356E9210A}" dt="2022-04-01T02:19:12.302" v="3745" actId="1036"/>
          <ac:cxnSpMkLst>
            <pc:docMk/>
            <pc:sldMk cId="331790799" sldId="327"/>
            <ac:cxnSpMk id="22" creationId="{B6493FAF-4D08-4973-8237-65A3A5A0B914}"/>
          </ac:cxnSpMkLst>
        </pc:cxnChg>
        <pc:cxnChg chg="add mod">
          <ac:chgData name="MONTEIRO Leonardo" userId="2573e68e-8b52-4cb8-8785-ccdda53c9c42" providerId="ADAL" clId="{C912CFF4-A566-408D-AAFB-F09356E9210A}" dt="2022-04-01T02:19:12.302" v="3745" actId="1036"/>
          <ac:cxnSpMkLst>
            <pc:docMk/>
            <pc:sldMk cId="331790799" sldId="327"/>
            <ac:cxnSpMk id="27" creationId="{A0A53A70-0991-4111-A6B7-756F364B9AAB}"/>
          </ac:cxnSpMkLst>
        </pc:cxnChg>
        <pc:cxnChg chg="add mod">
          <ac:chgData name="MONTEIRO Leonardo" userId="2573e68e-8b52-4cb8-8785-ccdda53c9c42" providerId="ADAL" clId="{C912CFF4-A566-408D-AAFB-F09356E9210A}" dt="2022-04-01T02:19:12.302" v="3745" actId="1036"/>
          <ac:cxnSpMkLst>
            <pc:docMk/>
            <pc:sldMk cId="331790799" sldId="327"/>
            <ac:cxnSpMk id="32" creationId="{2E2DCE37-EB8F-4247-B813-DA3D5824B3C0}"/>
          </ac:cxnSpMkLst>
        </pc:cxnChg>
      </pc:sldChg>
      <pc:sldChg chg="modSp add mod">
        <pc:chgData name="MONTEIRO Leonardo" userId="2573e68e-8b52-4cb8-8785-ccdda53c9c42" providerId="ADAL" clId="{C912CFF4-A566-408D-AAFB-F09356E9210A}" dt="2022-04-01T02:07:38.218" v="3304" actId="20577"/>
        <pc:sldMkLst>
          <pc:docMk/>
          <pc:sldMk cId="170260870" sldId="328"/>
        </pc:sldMkLst>
        <pc:spChg chg="mod">
          <ac:chgData name="MONTEIRO Leonardo" userId="2573e68e-8b52-4cb8-8785-ccdda53c9c42" providerId="ADAL" clId="{C912CFF4-A566-408D-AAFB-F09356E9210A}" dt="2022-04-01T00:52:04.712" v="1440" actId="20577"/>
          <ac:spMkLst>
            <pc:docMk/>
            <pc:sldMk cId="170260870" sldId="328"/>
            <ac:spMk id="5" creationId="{00000000-0000-0000-0000-000000000000}"/>
          </ac:spMkLst>
        </pc:spChg>
        <pc:spChg chg="mod">
          <ac:chgData name="MONTEIRO Leonardo" userId="2573e68e-8b52-4cb8-8785-ccdda53c9c42" providerId="ADAL" clId="{C912CFF4-A566-408D-AAFB-F09356E9210A}" dt="2022-04-01T02:07:38.218" v="3304" actId="20577"/>
          <ac:spMkLst>
            <pc:docMk/>
            <pc:sldMk cId="170260870" sldId="328"/>
            <ac:spMk id="6" creationId="{00000000-0000-0000-0000-000000000000}"/>
          </ac:spMkLst>
        </pc:spChg>
      </pc:sldChg>
      <pc:sldChg chg="modSp add mod">
        <pc:chgData name="MONTEIRO Leonardo" userId="2573e68e-8b52-4cb8-8785-ccdda53c9c42" providerId="ADAL" clId="{C912CFF4-A566-408D-AAFB-F09356E9210A}" dt="2022-04-01T00:51:54.590" v="1438" actId="20577"/>
        <pc:sldMkLst>
          <pc:docMk/>
          <pc:sldMk cId="3975354884" sldId="329"/>
        </pc:sldMkLst>
        <pc:spChg chg="mod">
          <ac:chgData name="MONTEIRO Leonardo" userId="2573e68e-8b52-4cb8-8785-ccdda53c9c42" providerId="ADAL" clId="{C912CFF4-A566-408D-AAFB-F09356E9210A}" dt="2022-04-01T00:51:45.911" v="1424" actId="20577"/>
          <ac:spMkLst>
            <pc:docMk/>
            <pc:sldMk cId="3975354884" sldId="329"/>
            <ac:spMk id="5" creationId="{00000000-0000-0000-0000-000000000000}"/>
          </ac:spMkLst>
        </pc:spChg>
        <pc:spChg chg="mod">
          <ac:chgData name="MONTEIRO Leonardo" userId="2573e68e-8b52-4cb8-8785-ccdda53c9c42" providerId="ADAL" clId="{C912CFF4-A566-408D-AAFB-F09356E9210A}" dt="2022-04-01T00:51:54.590" v="1438" actId="20577"/>
          <ac:spMkLst>
            <pc:docMk/>
            <pc:sldMk cId="3975354884" sldId="329"/>
            <ac:spMk id="6" creationId="{00000000-0000-0000-0000-000000000000}"/>
          </ac:spMkLst>
        </pc:spChg>
      </pc:sldChg>
      <pc:sldChg chg="modSp add mod">
        <pc:chgData name="MONTEIRO Leonardo" userId="2573e68e-8b52-4cb8-8785-ccdda53c9c42" providerId="ADAL" clId="{C912CFF4-A566-408D-AAFB-F09356E9210A}" dt="2022-04-01T00:52:29.277" v="1468" actId="20577"/>
        <pc:sldMkLst>
          <pc:docMk/>
          <pc:sldMk cId="56296271" sldId="330"/>
        </pc:sldMkLst>
        <pc:spChg chg="mod">
          <ac:chgData name="MONTEIRO Leonardo" userId="2573e68e-8b52-4cb8-8785-ccdda53c9c42" providerId="ADAL" clId="{C912CFF4-A566-408D-AAFB-F09356E9210A}" dt="2022-04-01T00:52:23.038" v="1455" actId="20577"/>
          <ac:spMkLst>
            <pc:docMk/>
            <pc:sldMk cId="56296271" sldId="330"/>
            <ac:spMk id="5" creationId="{00000000-0000-0000-0000-000000000000}"/>
          </ac:spMkLst>
        </pc:spChg>
        <pc:spChg chg="mod">
          <ac:chgData name="MONTEIRO Leonardo" userId="2573e68e-8b52-4cb8-8785-ccdda53c9c42" providerId="ADAL" clId="{C912CFF4-A566-408D-AAFB-F09356E9210A}" dt="2022-04-01T00:52:29.277" v="1468" actId="20577"/>
          <ac:spMkLst>
            <pc:docMk/>
            <pc:sldMk cId="56296271" sldId="330"/>
            <ac:spMk id="6" creationId="{00000000-0000-0000-0000-000000000000}"/>
          </ac:spMkLst>
        </pc:spChg>
      </pc:sldChg>
      <pc:sldChg chg="addSp modSp add mod ord">
        <pc:chgData name="MONTEIRO Leonardo" userId="2573e68e-8b52-4cb8-8785-ccdda53c9c42" providerId="ADAL" clId="{C912CFF4-A566-408D-AAFB-F09356E9210A}" dt="2022-04-01T01:34:41.326" v="2486" actId="20577"/>
        <pc:sldMkLst>
          <pc:docMk/>
          <pc:sldMk cId="2300527014" sldId="331"/>
        </pc:sldMkLst>
        <pc:spChg chg="mod">
          <ac:chgData name="MONTEIRO Leonardo" userId="2573e68e-8b52-4cb8-8785-ccdda53c9c42" providerId="ADAL" clId="{C912CFF4-A566-408D-AAFB-F09356E9210A}" dt="2022-04-01T01:34:32.662" v="2483" actId="20577"/>
          <ac:spMkLst>
            <pc:docMk/>
            <pc:sldMk cId="2300527014" sldId="331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1:34:41.326" v="2486" actId="20577"/>
          <ac:spMkLst>
            <pc:docMk/>
            <pc:sldMk cId="2300527014" sldId="331"/>
            <ac:spMk id="5" creationId="{28947BA6-91BF-485B-9587-1D12B42AC0F7}"/>
          </ac:spMkLst>
        </pc:spChg>
        <pc:spChg chg="add mod">
          <ac:chgData name="MONTEIRO Leonardo" userId="2573e68e-8b52-4cb8-8785-ccdda53c9c42" providerId="ADAL" clId="{C912CFF4-A566-408D-AAFB-F09356E9210A}" dt="2022-04-01T01:33:25.881" v="2461" actId="14100"/>
          <ac:spMkLst>
            <pc:docMk/>
            <pc:sldMk cId="2300527014" sldId="331"/>
            <ac:spMk id="8" creationId="{D61CDB5D-16B6-48F2-A61B-C26A09C828E7}"/>
          </ac:spMkLst>
        </pc:spChg>
        <pc:picChg chg="add mod">
          <ac:chgData name="MONTEIRO Leonardo" userId="2573e68e-8b52-4cb8-8785-ccdda53c9c42" providerId="ADAL" clId="{C912CFF4-A566-408D-AAFB-F09356E9210A}" dt="2022-04-01T01:33:30.957" v="2463" actId="14100"/>
          <ac:picMkLst>
            <pc:docMk/>
            <pc:sldMk cId="2300527014" sldId="331"/>
            <ac:picMk id="9" creationId="{85422486-191E-4FCF-AB5A-39562C0F45FB}"/>
          </ac:picMkLst>
        </pc:picChg>
        <pc:picChg chg="add mod">
          <ac:chgData name="MONTEIRO Leonardo" userId="2573e68e-8b52-4cb8-8785-ccdda53c9c42" providerId="ADAL" clId="{C912CFF4-A566-408D-AAFB-F09356E9210A}" dt="2022-04-01T01:33:35.361" v="2464" actId="1076"/>
          <ac:picMkLst>
            <pc:docMk/>
            <pc:sldMk cId="2300527014" sldId="331"/>
            <ac:picMk id="10" creationId="{31523099-9389-4712-897F-E500A54C1056}"/>
          </ac:picMkLst>
        </pc:picChg>
        <pc:cxnChg chg="add mod">
          <ac:chgData name="MONTEIRO Leonardo" userId="2573e68e-8b52-4cb8-8785-ccdda53c9c42" providerId="ADAL" clId="{C912CFF4-A566-408D-AAFB-F09356E9210A}" dt="2022-04-01T01:34:22.845" v="2474" actId="692"/>
          <ac:cxnSpMkLst>
            <pc:docMk/>
            <pc:sldMk cId="2300527014" sldId="331"/>
            <ac:cxnSpMk id="11" creationId="{831361AB-9B21-4A5C-8F88-6C265C41B38F}"/>
          </ac:cxnSpMkLst>
        </pc:cxnChg>
        <pc:cxnChg chg="add mod">
          <ac:chgData name="MONTEIRO Leonardo" userId="2573e68e-8b52-4cb8-8785-ccdda53c9c42" providerId="ADAL" clId="{C912CFF4-A566-408D-AAFB-F09356E9210A}" dt="2022-04-01T01:34:22.845" v="2474" actId="692"/>
          <ac:cxnSpMkLst>
            <pc:docMk/>
            <pc:sldMk cId="2300527014" sldId="331"/>
            <ac:cxnSpMk id="12" creationId="{66ADE3BE-9729-4D24-8952-772B6AADA389}"/>
          </ac:cxnSpMkLst>
        </pc:cxnChg>
        <pc:cxnChg chg="add mod">
          <ac:chgData name="MONTEIRO Leonardo" userId="2573e68e-8b52-4cb8-8785-ccdda53c9c42" providerId="ADAL" clId="{C912CFF4-A566-408D-AAFB-F09356E9210A}" dt="2022-04-01T01:34:22.845" v="2474" actId="692"/>
          <ac:cxnSpMkLst>
            <pc:docMk/>
            <pc:sldMk cId="2300527014" sldId="331"/>
            <ac:cxnSpMk id="13" creationId="{7AC9E921-B246-49AE-891E-38D5CCDD7A51}"/>
          </ac:cxnSpMkLst>
        </pc:cxnChg>
      </pc:sldChg>
      <pc:sldChg chg="add del">
        <pc:chgData name="MONTEIRO Leonardo" userId="2573e68e-8b52-4cb8-8785-ccdda53c9c42" providerId="ADAL" clId="{C912CFF4-A566-408D-AAFB-F09356E9210A}" dt="2022-04-01T00:58:09.336" v="1523"/>
        <pc:sldMkLst>
          <pc:docMk/>
          <pc:sldMk cId="3138586296" sldId="331"/>
        </pc:sldMkLst>
      </pc:sldChg>
      <pc:sldChg chg="addSp delSp modSp add mod ord">
        <pc:chgData name="MONTEIRO Leonardo" userId="2573e68e-8b52-4cb8-8785-ccdda53c9c42" providerId="ADAL" clId="{C912CFF4-A566-408D-AAFB-F09356E9210A}" dt="2022-04-01T01:54:25.492" v="2889" actId="1076"/>
        <pc:sldMkLst>
          <pc:docMk/>
          <pc:sldMk cId="1744164752" sldId="332"/>
        </pc:sldMkLst>
        <pc:spChg chg="mod">
          <ac:chgData name="MONTEIRO Leonardo" userId="2573e68e-8b52-4cb8-8785-ccdda53c9c42" providerId="ADAL" clId="{C912CFF4-A566-408D-AAFB-F09356E9210A}" dt="2022-04-01T01:46:36.663" v="2672" actId="20577"/>
          <ac:spMkLst>
            <pc:docMk/>
            <pc:sldMk cId="1744164752" sldId="332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1:46:02.032" v="2654" actId="20577"/>
          <ac:spMkLst>
            <pc:docMk/>
            <pc:sldMk cId="1744164752" sldId="332"/>
            <ac:spMk id="5" creationId="{28947BA6-91BF-485B-9587-1D12B42AC0F7}"/>
          </ac:spMkLst>
        </pc:spChg>
        <pc:spChg chg="add del mod">
          <ac:chgData name="MONTEIRO Leonardo" userId="2573e68e-8b52-4cb8-8785-ccdda53c9c42" providerId="ADAL" clId="{C912CFF4-A566-408D-AAFB-F09356E9210A}" dt="2022-04-01T01:51:31.029" v="2823" actId="478"/>
          <ac:spMkLst>
            <pc:docMk/>
            <pc:sldMk cId="1744164752" sldId="332"/>
            <ac:spMk id="8" creationId="{A02105F2-E8D4-45DC-8712-AF2715FEC1D1}"/>
          </ac:spMkLst>
        </pc:spChg>
        <pc:spChg chg="add mod">
          <ac:chgData name="MONTEIRO Leonardo" userId="2573e68e-8b52-4cb8-8785-ccdda53c9c42" providerId="ADAL" clId="{C912CFF4-A566-408D-AAFB-F09356E9210A}" dt="2022-04-01T01:51:01.056" v="2818" actId="6549"/>
          <ac:spMkLst>
            <pc:docMk/>
            <pc:sldMk cId="1744164752" sldId="332"/>
            <ac:spMk id="11" creationId="{DE99C4B4-44D7-4C72-82F8-2C9250CA15D5}"/>
          </ac:spMkLst>
        </pc:spChg>
        <pc:spChg chg="add mod">
          <ac:chgData name="MONTEIRO Leonardo" userId="2573e68e-8b52-4cb8-8785-ccdda53c9c42" providerId="ADAL" clId="{C912CFF4-A566-408D-AAFB-F09356E9210A}" dt="2022-04-01T01:52:33.039" v="2838" actId="14100"/>
          <ac:spMkLst>
            <pc:docMk/>
            <pc:sldMk cId="1744164752" sldId="332"/>
            <ac:spMk id="18" creationId="{EA65AE2C-0FCE-491D-8348-5C31E9C94CDC}"/>
          </ac:spMkLst>
        </pc:spChg>
        <pc:spChg chg="add mod">
          <ac:chgData name="MONTEIRO Leonardo" userId="2573e68e-8b52-4cb8-8785-ccdda53c9c42" providerId="ADAL" clId="{C912CFF4-A566-408D-AAFB-F09356E9210A}" dt="2022-04-01T01:54:25.492" v="2889" actId="1076"/>
          <ac:spMkLst>
            <pc:docMk/>
            <pc:sldMk cId="1744164752" sldId="332"/>
            <ac:spMk id="22" creationId="{98440FB2-9650-4C22-AFA9-AE610434AAC4}"/>
          </ac:spMkLst>
        </pc:spChg>
        <pc:picChg chg="add mod">
          <ac:chgData name="MONTEIRO Leonardo" userId="2573e68e-8b52-4cb8-8785-ccdda53c9c42" providerId="ADAL" clId="{C912CFF4-A566-408D-AAFB-F09356E9210A}" dt="2022-04-01T01:52:37.424" v="2839" actId="1076"/>
          <ac:picMkLst>
            <pc:docMk/>
            <pc:sldMk cId="1744164752" sldId="332"/>
            <ac:picMk id="9" creationId="{3F9C5C85-755E-4C70-BBF5-81A3036E734C}"/>
          </ac:picMkLst>
        </pc:picChg>
        <pc:picChg chg="add del mod">
          <ac:chgData name="MONTEIRO Leonardo" userId="2573e68e-8b52-4cb8-8785-ccdda53c9c42" providerId="ADAL" clId="{C912CFF4-A566-408D-AAFB-F09356E9210A}" dt="2022-04-01T01:51:36.535" v="2825" actId="478"/>
          <ac:picMkLst>
            <pc:docMk/>
            <pc:sldMk cId="1744164752" sldId="332"/>
            <ac:picMk id="10" creationId="{D203BFBE-00AA-40CA-BCCC-FBA40C9FD2F4}"/>
          </ac:picMkLst>
        </pc:picChg>
        <pc:picChg chg="add mod">
          <ac:chgData name="MONTEIRO Leonardo" userId="2573e68e-8b52-4cb8-8785-ccdda53c9c42" providerId="ADAL" clId="{C912CFF4-A566-408D-AAFB-F09356E9210A}" dt="2022-04-01T01:51:49.127" v="2830" actId="1076"/>
          <ac:picMkLst>
            <pc:docMk/>
            <pc:sldMk cId="1744164752" sldId="332"/>
            <ac:picMk id="12" creationId="{AB0B5A27-8E8A-4304-9E52-1F183617156C}"/>
          </ac:picMkLst>
        </pc:picChg>
        <pc:cxnChg chg="add mod">
          <ac:chgData name="MONTEIRO Leonardo" userId="2573e68e-8b52-4cb8-8785-ccdda53c9c42" providerId="ADAL" clId="{C912CFF4-A566-408D-AAFB-F09356E9210A}" dt="2022-04-01T01:50:58.274" v="2817" actId="14100"/>
          <ac:cxnSpMkLst>
            <pc:docMk/>
            <pc:sldMk cId="1744164752" sldId="332"/>
            <ac:cxnSpMk id="13" creationId="{46E3E01B-EE00-4D1A-A99E-86762E335287}"/>
          </ac:cxnSpMkLst>
        </pc:cxnChg>
        <pc:cxnChg chg="add mod">
          <ac:chgData name="MONTEIRO Leonardo" userId="2573e68e-8b52-4cb8-8785-ccdda53c9c42" providerId="ADAL" clId="{C912CFF4-A566-408D-AAFB-F09356E9210A}" dt="2022-04-01T01:52:54.599" v="2843" actId="14100"/>
          <ac:cxnSpMkLst>
            <pc:docMk/>
            <pc:sldMk cId="1744164752" sldId="332"/>
            <ac:cxnSpMk id="19" creationId="{F7CF89BA-27B7-400D-BB69-4C41B7EFC247}"/>
          </ac:cxnSpMkLst>
        </pc:cxnChg>
        <pc:cxnChg chg="add mod">
          <ac:chgData name="MONTEIRO Leonardo" userId="2573e68e-8b52-4cb8-8785-ccdda53c9c42" providerId="ADAL" clId="{C912CFF4-A566-408D-AAFB-F09356E9210A}" dt="2022-04-01T01:54:25.492" v="2889" actId="1076"/>
          <ac:cxnSpMkLst>
            <pc:docMk/>
            <pc:sldMk cId="1744164752" sldId="332"/>
            <ac:cxnSpMk id="23" creationId="{E097226C-F39C-4CA7-A2D8-4C723F15A467}"/>
          </ac:cxnSpMkLst>
        </pc:cxnChg>
      </pc:sldChg>
      <pc:sldChg chg="addSp modSp add mod ord">
        <pc:chgData name="MONTEIRO Leonardo" userId="2573e68e-8b52-4cb8-8785-ccdda53c9c42" providerId="ADAL" clId="{C912CFF4-A566-408D-AAFB-F09356E9210A}" dt="2022-04-01T02:40:40.586" v="4353" actId="20577"/>
        <pc:sldMkLst>
          <pc:docMk/>
          <pc:sldMk cId="3794559913" sldId="333"/>
        </pc:sldMkLst>
        <pc:spChg chg="mod">
          <ac:chgData name="MONTEIRO Leonardo" userId="2573e68e-8b52-4cb8-8785-ccdda53c9c42" providerId="ADAL" clId="{C912CFF4-A566-408D-AAFB-F09356E9210A}" dt="2022-04-01T01:55:32.112" v="2932" actId="20577"/>
          <ac:spMkLst>
            <pc:docMk/>
            <pc:sldMk cId="3794559913" sldId="333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2:40:40.586" v="4353" actId="20577"/>
          <ac:spMkLst>
            <pc:docMk/>
            <pc:sldMk cId="3794559913" sldId="333"/>
            <ac:spMk id="5" creationId="{28947BA6-91BF-485B-9587-1D12B42AC0F7}"/>
          </ac:spMkLst>
        </pc:spChg>
        <pc:spChg chg="add mod">
          <ac:chgData name="MONTEIRO Leonardo" userId="2573e68e-8b52-4cb8-8785-ccdda53c9c42" providerId="ADAL" clId="{C912CFF4-A566-408D-AAFB-F09356E9210A}" dt="2022-04-01T01:59:54.327" v="3062" actId="14100"/>
          <ac:spMkLst>
            <pc:docMk/>
            <pc:sldMk cId="3794559913" sldId="333"/>
            <ac:spMk id="9" creationId="{329003E0-6F51-4F85-8CE4-650298B7D534}"/>
          </ac:spMkLst>
        </pc:spChg>
        <pc:spChg chg="add mod">
          <ac:chgData name="MONTEIRO Leonardo" userId="2573e68e-8b52-4cb8-8785-ccdda53c9c42" providerId="ADAL" clId="{C912CFF4-A566-408D-AAFB-F09356E9210A}" dt="2022-04-01T01:59:05.470" v="3044" actId="14100"/>
          <ac:spMkLst>
            <pc:docMk/>
            <pc:sldMk cId="3794559913" sldId="333"/>
            <ac:spMk id="14" creationId="{F8C74CCE-B166-4626-ADE1-5A834FBEF438}"/>
          </ac:spMkLst>
        </pc:spChg>
        <pc:spChg chg="add mod">
          <ac:chgData name="MONTEIRO Leonardo" userId="2573e68e-8b52-4cb8-8785-ccdda53c9c42" providerId="ADAL" clId="{C912CFF4-A566-408D-AAFB-F09356E9210A}" dt="2022-04-01T01:59:50.871" v="3061" actId="14100"/>
          <ac:spMkLst>
            <pc:docMk/>
            <pc:sldMk cId="3794559913" sldId="333"/>
            <ac:spMk id="20" creationId="{0B509698-4C56-4ACC-88F2-AD4E78CA4E0A}"/>
          </ac:spMkLst>
        </pc:spChg>
        <pc:picChg chg="add mod">
          <ac:chgData name="MONTEIRO Leonardo" userId="2573e68e-8b52-4cb8-8785-ccdda53c9c42" providerId="ADAL" clId="{C912CFF4-A566-408D-AAFB-F09356E9210A}" dt="2022-04-01T01:58:01.263" v="3005" actId="14100"/>
          <ac:picMkLst>
            <pc:docMk/>
            <pc:sldMk cId="3794559913" sldId="333"/>
            <ac:picMk id="8" creationId="{9FA0C61D-0D49-4C66-AE58-5E3116593B79}"/>
          </ac:picMkLst>
        </pc:picChg>
        <pc:cxnChg chg="add mod">
          <ac:chgData name="MONTEIRO Leonardo" userId="2573e68e-8b52-4cb8-8785-ccdda53c9c42" providerId="ADAL" clId="{C912CFF4-A566-408D-AAFB-F09356E9210A}" dt="2022-04-01T01:59:54.327" v="3062" actId="14100"/>
          <ac:cxnSpMkLst>
            <pc:docMk/>
            <pc:sldMk cId="3794559913" sldId="333"/>
            <ac:cxnSpMk id="10" creationId="{99A50610-CB14-45E4-9E8E-7DE258DE6C0E}"/>
          </ac:cxnSpMkLst>
        </pc:cxnChg>
        <pc:cxnChg chg="add mod">
          <ac:chgData name="MONTEIRO Leonardo" userId="2573e68e-8b52-4cb8-8785-ccdda53c9c42" providerId="ADAL" clId="{C912CFF4-A566-408D-AAFB-F09356E9210A}" dt="2022-04-01T01:59:12.329" v="3046" actId="14100"/>
          <ac:cxnSpMkLst>
            <pc:docMk/>
            <pc:sldMk cId="3794559913" sldId="333"/>
            <ac:cxnSpMk id="15" creationId="{A55D63B6-76BA-4119-9379-55A72CA16344}"/>
          </ac:cxnSpMkLst>
        </pc:cxnChg>
        <pc:cxnChg chg="add mod">
          <ac:chgData name="MONTEIRO Leonardo" userId="2573e68e-8b52-4cb8-8785-ccdda53c9c42" providerId="ADAL" clId="{C912CFF4-A566-408D-AAFB-F09356E9210A}" dt="2022-04-01T01:59:50.871" v="3061" actId="14100"/>
          <ac:cxnSpMkLst>
            <pc:docMk/>
            <pc:sldMk cId="3794559913" sldId="333"/>
            <ac:cxnSpMk id="21" creationId="{D44617BF-420B-450D-9DFD-0AC85CF5147D}"/>
          </ac:cxnSpMkLst>
        </pc:cxnChg>
      </pc:sldChg>
      <pc:sldChg chg="addSp delSp modSp add del mod">
        <pc:chgData name="MONTEIRO Leonardo" userId="2573e68e-8b52-4cb8-8785-ccdda53c9c42" providerId="ADAL" clId="{C912CFF4-A566-408D-AAFB-F09356E9210A}" dt="2022-04-01T08:19:45.195" v="4413" actId="1076"/>
        <pc:sldMkLst>
          <pc:docMk/>
          <pc:sldMk cId="595754846" sldId="334"/>
        </pc:sldMkLst>
        <pc:spChg chg="mod">
          <ac:chgData name="MONTEIRO Leonardo" userId="2573e68e-8b52-4cb8-8785-ccdda53c9c42" providerId="ADAL" clId="{C912CFF4-A566-408D-AAFB-F09356E9210A}" dt="2022-04-01T02:01:02.024" v="3088" actId="20577"/>
          <ac:spMkLst>
            <pc:docMk/>
            <pc:sldMk cId="595754846" sldId="334"/>
            <ac:spMk id="2" creationId="{9DF2FECD-0835-4B35-8C04-7C68E662D2F8}"/>
          </ac:spMkLst>
        </pc:spChg>
        <pc:spChg chg="add mod">
          <ac:chgData name="MONTEIRO Leonardo" userId="2573e68e-8b52-4cb8-8785-ccdda53c9c42" providerId="ADAL" clId="{C912CFF4-A566-408D-AAFB-F09356E9210A}" dt="2022-04-01T08:18:27.240" v="4375" actId="1035"/>
          <ac:spMkLst>
            <pc:docMk/>
            <pc:sldMk cId="595754846" sldId="334"/>
            <ac:spMk id="16" creationId="{E68B3478-7663-40A4-99DA-F8290F3DFE32}"/>
          </ac:spMkLst>
        </pc:spChg>
        <pc:spChg chg="add mod">
          <ac:chgData name="MONTEIRO Leonardo" userId="2573e68e-8b52-4cb8-8785-ccdda53c9c42" providerId="ADAL" clId="{C912CFF4-A566-408D-AAFB-F09356E9210A}" dt="2022-04-01T08:19:27.209" v="4404" actId="1076"/>
          <ac:spMkLst>
            <pc:docMk/>
            <pc:sldMk cId="595754846" sldId="334"/>
            <ac:spMk id="17" creationId="{ED05BD97-B887-438E-9710-12A26C8904D1}"/>
          </ac:spMkLst>
        </pc:spChg>
        <pc:spChg chg="add mod">
          <ac:chgData name="MONTEIRO Leonardo" userId="2573e68e-8b52-4cb8-8785-ccdda53c9c42" providerId="ADAL" clId="{C912CFF4-A566-408D-AAFB-F09356E9210A}" dt="2022-04-01T08:19:35.016" v="4408" actId="1076"/>
          <ac:spMkLst>
            <pc:docMk/>
            <pc:sldMk cId="595754846" sldId="334"/>
            <ac:spMk id="20" creationId="{D8FB5E99-DFF3-4413-A752-ECA9949CA17B}"/>
          </ac:spMkLst>
        </pc:spChg>
        <pc:spChg chg="add mod">
          <ac:chgData name="MONTEIRO Leonardo" userId="2573e68e-8b52-4cb8-8785-ccdda53c9c42" providerId="ADAL" clId="{C912CFF4-A566-408D-AAFB-F09356E9210A}" dt="2022-04-01T08:19:45.195" v="4413" actId="1076"/>
          <ac:spMkLst>
            <pc:docMk/>
            <pc:sldMk cId="595754846" sldId="334"/>
            <ac:spMk id="22" creationId="{6B402EC7-CB89-4A43-9E09-1658DBC055BD}"/>
          </ac:spMkLst>
        </pc:spChg>
        <pc:spChg chg="add del mod">
          <ac:chgData name="MONTEIRO Leonardo" userId="2573e68e-8b52-4cb8-8785-ccdda53c9c42" providerId="ADAL" clId="{C912CFF4-A566-408D-AAFB-F09356E9210A}" dt="2022-04-01T02:02:28.698" v="3107"/>
          <ac:spMkLst>
            <pc:docMk/>
            <pc:sldMk cId="595754846" sldId="334"/>
            <ac:spMk id="25" creationId="{D1C26C4B-3C74-40CC-A071-EEEE5CDED325}"/>
          </ac:spMkLst>
        </pc:spChg>
        <pc:spChg chg="add del mod">
          <ac:chgData name="MONTEIRO Leonardo" userId="2573e68e-8b52-4cb8-8785-ccdda53c9c42" providerId="ADAL" clId="{C912CFF4-A566-408D-AAFB-F09356E9210A}" dt="2022-04-01T02:02:28.698" v="3107"/>
          <ac:spMkLst>
            <pc:docMk/>
            <pc:sldMk cId="595754846" sldId="334"/>
            <ac:spMk id="26" creationId="{A573C2AB-C8DF-4E2F-892B-C747778767BB}"/>
          </ac:spMkLst>
        </pc:spChg>
        <pc:spChg chg="add del mod">
          <ac:chgData name="MONTEIRO Leonardo" userId="2573e68e-8b52-4cb8-8785-ccdda53c9c42" providerId="ADAL" clId="{C912CFF4-A566-408D-AAFB-F09356E9210A}" dt="2022-04-01T02:02:28.698" v="3107"/>
          <ac:spMkLst>
            <pc:docMk/>
            <pc:sldMk cId="595754846" sldId="334"/>
            <ac:spMk id="29" creationId="{30C5E03E-BFEC-4F2B-8C32-5F62AFAAD3C1}"/>
          </ac:spMkLst>
        </pc:spChg>
        <pc:spChg chg="del">
          <ac:chgData name="MONTEIRO Leonardo" userId="2573e68e-8b52-4cb8-8785-ccdda53c9c42" providerId="ADAL" clId="{C912CFF4-A566-408D-AAFB-F09356E9210A}" dt="2022-04-01T02:01:17.352" v="3089" actId="478"/>
          <ac:spMkLst>
            <pc:docMk/>
            <pc:sldMk cId="595754846" sldId="334"/>
            <ac:spMk id="31" creationId="{7908B06D-55DA-43EC-9795-14FC7DAEA400}"/>
          </ac:spMkLst>
        </pc:spChg>
        <pc:spChg chg="del">
          <ac:chgData name="MONTEIRO Leonardo" userId="2573e68e-8b52-4cb8-8785-ccdda53c9c42" providerId="ADAL" clId="{C912CFF4-A566-408D-AAFB-F09356E9210A}" dt="2022-04-01T02:01:17.352" v="3089" actId="478"/>
          <ac:spMkLst>
            <pc:docMk/>
            <pc:sldMk cId="595754846" sldId="334"/>
            <ac:spMk id="34" creationId="{9544CB57-47A4-4AC6-BFD5-9DD75239C1E3}"/>
          </ac:spMkLst>
        </pc:spChg>
        <pc:spChg chg="del">
          <ac:chgData name="MONTEIRO Leonardo" userId="2573e68e-8b52-4cb8-8785-ccdda53c9c42" providerId="ADAL" clId="{C912CFF4-A566-408D-AAFB-F09356E9210A}" dt="2022-04-01T02:01:17.352" v="3089" actId="478"/>
          <ac:spMkLst>
            <pc:docMk/>
            <pc:sldMk cId="595754846" sldId="334"/>
            <ac:spMk id="36" creationId="{46ECD59C-4F88-4BA3-8E2C-9D11DD05045F}"/>
          </ac:spMkLst>
        </pc:spChg>
        <pc:spChg chg="del">
          <ac:chgData name="MONTEIRO Leonardo" userId="2573e68e-8b52-4cb8-8785-ccdda53c9c42" providerId="ADAL" clId="{C912CFF4-A566-408D-AAFB-F09356E9210A}" dt="2022-04-01T02:01:20.801" v="3090" actId="478"/>
          <ac:spMkLst>
            <pc:docMk/>
            <pc:sldMk cId="595754846" sldId="334"/>
            <ac:spMk id="37" creationId="{6522D804-BF11-496D-813D-5CFE98BB4131}"/>
          </ac:spMkLst>
        </pc:spChg>
        <pc:spChg chg="add del mod">
          <ac:chgData name="MONTEIRO Leonardo" userId="2573e68e-8b52-4cb8-8785-ccdda53c9c42" providerId="ADAL" clId="{C912CFF4-A566-408D-AAFB-F09356E9210A}" dt="2022-04-01T02:02:28.698" v="3107"/>
          <ac:spMkLst>
            <pc:docMk/>
            <pc:sldMk cId="595754846" sldId="334"/>
            <ac:spMk id="38" creationId="{E39E3880-6E21-433C-9CAD-66DFAB27FFA2}"/>
          </ac:spMkLst>
        </pc:spChg>
        <pc:picChg chg="del">
          <ac:chgData name="MONTEIRO Leonardo" userId="2573e68e-8b52-4cb8-8785-ccdda53c9c42" providerId="ADAL" clId="{C912CFF4-A566-408D-AAFB-F09356E9210A}" dt="2022-04-01T02:01:17.352" v="3089" actId="478"/>
          <ac:picMkLst>
            <pc:docMk/>
            <pc:sldMk cId="595754846" sldId="334"/>
            <ac:picMk id="8" creationId="{E026200B-93B1-4C56-81C5-5CDB572F6279}"/>
          </ac:picMkLst>
        </pc:picChg>
        <pc:picChg chg="add del mod">
          <ac:chgData name="MONTEIRO Leonardo" userId="2573e68e-8b52-4cb8-8785-ccdda53c9c42" providerId="ADAL" clId="{C912CFF4-A566-408D-AAFB-F09356E9210A}" dt="2022-04-01T02:02:24.944" v="3105" actId="478"/>
          <ac:picMkLst>
            <pc:docMk/>
            <pc:sldMk cId="595754846" sldId="334"/>
            <ac:picMk id="18" creationId="{2DE1FCAB-C021-4B7C-90BE-44C70B1B9B22}"/>
          </ac:picMkLst>
        </pc:picChg>
        <pc:picChg chg="add mod">
          <ac:chgData name="MONTEIRO Leonardo" userId="2573e68e-8b52-4cb8-8785-ccdda53c9c42" providerId="ADAL" clId="{C912CFF4-A566-408D-AAFB-F09356E9210A}" dt="2022-04-01T08:19:30.249" v="4407" actId="1035"/>
          <ac:picMkLst>
            <pc:docMk/>
            <pc:sldMk cId="595754846" sldId="334"/>
            <ac:picMk id="19" creationId="{A9358454-4C76-47FE-85F6-6B445614E551}"/>
          </ac:picMkLst>
        </pc:picChg>
        <pc:picChg chg="add mod">
          <ac:chgData name="MONTEIRO Leonardo" userId="2573e68e-8b52-4cb8-8785-ccdda53c9c42" providerId="ADAL" clId="{C912CFF4-A566-408D-AAFB-F09356E9210A}" dt="2022-04-01T08:19:37.153" v="4412" actId="1035"/>
          <ac:picMkLst>
            <pc:docMk/>
            <pc:sldMk cId="595754846" sldId="334"/>
            <ac:picMk id="21" creationId="{5BE14C62-86AE-48FC-A254-37B007B5C92F}"/>
          </ac:picMkLst>
        </pc:picChg>
        <pc:picChg chg="add mod">
          <ac:chgData name="MONTEIRO Leonardo" userId="2573e68e-8b52-4cb8-8785-ccdda53c9c42" providerId="ADAL" clId="{C912CFF4-A566-408D-AAFB-F09356E9210A}" dt="2022-04-01T08:18:27.240" v="4375" actId="1035"/>
          <ac:picMkLst>
            <pc:docMk/>
            <pc:sldMk cId="595754846" sldId="334"/>
            <ac:picMk id="23" creationId="{C0E2E3BD-312D-4AA2-9602-989FFA07E828}"/>
          </ac:picMkLst>
        </pc:picChg>
        <pc:picChg chg="add del mod">
          <ac:chgData name="MONTEIRO Leonardo" userId="2573e68e-8b52-4cb8-8785-ccdda53c9c42" providerId="ADAL" clId="{C912CFF4-A566-408D-AAFB-F09356E9210A}" dt="2022-04-01T02:02:28.698" v="3107"/>
          <ac:picMkLst>
            <pc:docMk/>
            <pc:sldMk cId="595754846" sldId="334"/>
            <ac:picMk id="27" creationId="{E73A582D-5559-43B5-BC02-EAE920DFFFE8}"/>
          </ac:picMkLst>
        </pc:picChg>
        <pc:picChg chg="add del mod">
          <ac:chgData name="MONTEIRO Leonardo" userId="2573e68e-8b52-4cb8-8785-ccdda53c9c42" providerId="ADAL" clId="{C912CFF4-A566-408D-AAFB-F09356E9210A}" dt="2022-04-01T02:02:28.698" v="3107"/>
          <ac:picMkLst>
            <pc:docMk/>
            <pc:sldMk cId="595754846" sldId="334"/>
            <ac:picMk id="28" creationId="{95F68D1E-4A11-4139-B2D6-2DF35E0245DE}"/>
          </ac:picMkLst>
        </pc:picChg>
        <pc:picChg chg="add del mod">
          <ac:chgData name="MONTEIRO Leonardo" userId="2573e68e-8b52-4cb8-8785-ccdda53c9c42" providerId="ADAL" clId="{C912CFF4-A566-408D-AAFB-F09356E9210A}" dt="2022-04-01T02:02:28.698" v="3107"/>
          <ac:picMkLst>
            <pc:docMk/>
            <pc:sldMk cId="595754846" sldId="334"/>
            <ac:picMk id="30" creationId="{F5CADB09-7A72-482F-9049-8F7AEA025958}"/>
          </ac:picMkLst>
        </pc:picChg>
        <pc:picChg chg="del">
          <ac:chgData name="MONTEIRO Leonardo" userId="2573e68e-8b52-4cb8-8785-ccdda53c9c42" providerId="ADAL" clId="{C912CFF4-A566-408D-AAFB-F09356E9210A}" dt="2022-04-01T02:01:17.352" v="3089" actId="478"/>
          <ac:picMkLst>
            <pc:docMk/>
            <pc:sldMk cId="595754846" sldId="334"/>
            <ac:picMk id="32" creationId="{7803FCE3-2A12-4A6A-9CD3-343AB3FC0F85}"/>
          </ac:picMkLst>
        </pc:picChg>
        <pc:picChg chg="add del mod">
          <ac:chgData name="MONTEIRO Leonardo" userId="2573e68e-8b52-4cb8-8785-ccdda53c9c42" providerId="ADAL" clId="{C912CFF4-A566-408D-AAFB-F09356E9210A}" dt="2022-04-01T02:02:28.698" v="3107"/>
          <ac:picMkLst>
            <pc:docMk/>
            <pc:sldMk cId="595754846" sldId="334"/>
            <ac:picMk id="39" creationId="{69EA9580-283C-47C9-A79A-DFB8CE1CC71D}"/>
          </ac:picMkLst>
        </pc:picChg>
        <pc:picChg chg="add mod">
          <ac:chgData name="MONTEIRO Leonardo" userId="2573e68e-8b52-4cb8-8785-ccdda53c9c42" providerId="ADAL" clId="{C912CFF4-A566-408D-AAFB-F09356E9210A}" dt="2022-04-01T08:18:27.240" v="4375" actId="1035"/>
          <ac:picMkLst>
            <pc:docMk/>
            <pc:sldMk cId="595754846" sldId="334"/>
            <ac:picMk id="40" creationId="{50693492-A5C4-4DB3-9C2A-72A7325B5093}"/>
          </ac:picMkLst>
        </pc:picChg>
        <pc:cxnChg chg="add del mod">
          <ac:chgData name="MONTEIRO Leonardo" userId="2573e68e-8b52-4cb8-8785-ccdda53c9c42" providerId="ADAL" clId="{C912CFF4-A566-408D-AAFB-F09356E9210A}" dt="2022-04-01T02:01:51.779" v="3096" actId="478"/>
          <ac:cxnSpMkLst>
            <pc:docMk/>
            <pc:sldMk cId="595754846" sldId="334"/>
            <ac:cxnSpMk id="15" creationId="{707515E5-2996-40BF-BB05-8550135030DA}"/>
          </ac:cxnSpMkLst>
        </pc:cxnChg>
        <pc:cxnChg chg="add del mod">
          <ac:chgData name="MONTEIRO Leonardo" userId="2573e68e-8b52-4cb8-8785-ccdda53c9c42" providerId="ADAL" clId="{C912CFF4-A566-408D-AAFB-F09356E9210A}" dt="2022-04-01T02:02:28.698" v="3107"/>
          <ac:cxnSpMkLst>
            <pc:docMk/>
            <pc:sldMk cId="595754846" sldId="334"/>
            <ac:cxnSpMk id="24" creationId="{AE51C3DF-F646-484E-8D0E-C314A28195F3}"/>
          </ac:cxnSpMkLst>
        </pc:cxnChg>
        <pc:cxnChg chg="del mod">
          <ac:chgData name="MONTEIRO Leonardo" userId="2573e68e-8b52-4cb8-8785-ccdda53c9c42" providerId="ADAL" clId="{C912CFF4-A566-408D-AAFB-F09356E9210A}" dt="2022-04-01T02:01:17.352" v="3089" actId="478"/>
          <ac:cxnSpMkLst>
            <pc:docMk/>
            <pc:sldMk cId="595754846" sldId="334"/>
            <ac:cxnSpMk id="33" creationId="{7C33481E-745B-48E4-ABAA-EABD0540A5CB}"/>
          </ac:cxnSpMkLst>
        </pc:cxnChg>
        <pc:cxnChg chg="del">
          <ac:chgData name="MONTEIRO Leonardo" userId="2573e68e-8b52-4cb8-8785-ccdda53c9c42" providerId="ADAL" clId="{C912CFF4-A566-408D-AAFB-F09356E9210A}" dt="2022-04-01T02:01:17.352" v="3089" actId="478"/>
          <ac:cxnSpMkLst>
            <pc:docMk/>
            <pc:sldMk cId="595754846" sldId="334"/>
            <ac:cxnSpMk id="35" creationId="{9D1728AF-0C5F-4FAE-9202-BB2984D027AC}"/>
          </ac:cxnSpMkLst>
        </pc:cxnChg>
      </pc:sldChg>
      <pc:sldChg chg="addSp delSp modSp add mod">
        <pc:chgData name="MONTEIRO Leonardo" userId="2573e68e-8b52-4cb8-8785-ccdda53c9c42" providerId="ADAL" clId="{C912CFF4-A566-408D-AAFB-F09356E9210A}" dt="2022-04-01T08:21:03.047" v="4419" actId="1076"/>
        <pc:sldMkLst>
          <pc:docMk/>
          <pc:sldMk cId="1183718373" sldId="335"/>
        </pc:sldMkLst>
        <pc:spChg chg="mod">
          <ac:chgData name="MONTEIRO Leonardo" userId="2573e68e-8b52-4cb8-8785-ccdda53c9c42" providerId="ADAL" clId="{C912CFF4-A566-408D-AAFB-F09356E9210A}" dt="2022-04-01T02:22:04.834" v="3774" actId="20577"/>
          <ac:spMkLst>
            <pc:docMk/>
            <pc:sldMk cId="1183718373" sldId="335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2:27:09.853" v="3932" actId="1076"/>
          <ac:spMkLst>
            <pc:docMk/>
            <pc:sldMk cId="1183718373" sldId="335"/>
            <ac:spMk id="15" creationId="{1462B266-30D8-4C18-94DB-95C4354C4FAB}"/>
          </ac:spMkLst>
        </pc:spChg>
        <pc:spChg chg="del mod">
          <ac:chgData name="MONTEIRO Leonardo" userId="2573e68e-8b52-4cb8-8785-ccdda53c9c42" providerId="ADAL" clId="{C912CFF4-A566-408D-AAFB-F09356E9210A}" dt="2022-04-01T02:23:18.094" v="3848" actId="478"/>
          <ac:spMkLst>
            <pc:docMk/>
            <pc:sldMk cId="1183718373" sldId="335"/>
            <ac:spMk id="21" creationId="{26252AAA-E833-468C-BF4A-BE9EEF075256}"/>
          </ac:spMkLst>
        </pc:spChg>
        <pc:spChg chg="mod">
          <ac:chgData name="MONTEIRO Leonardo" userId="2573e68e-8b52-4cb8-8785-ccdda53c9c42" providerId="ADAL" clId="{C912CFF4-A566-408D-AAFB-F09356E9210A}" dt="2022-04-01T02:27:35.338" v="3940" actId="1076"/>
          <ac:spMkLst>
            <pc:docMk/>
            <pc:sldMk cId="1183718373" sldId="335"/>
            <ac:spMk id="26" creationId="{8C3384BD-37FB-4A58-86F1-D3598BD319C8}"/>
          </ac:spMkLst>
        </pc:spChg>
        <pc:spChg chg="mod">
          <ac:chgData name="MONTEIRO Leonardo" userId="2573e68e-8b52-4cb8-8785-ccdda53c9c42" providerId="ADAL" clId="{C912CFF4-A566-408D-AAFB-F09356E9210A}" dt="2022-04-01T02:29:40.750" v="4065" actId="20577"/>
          <ac:spMkLst>
            <pc:docMk/>
            <pc:sldMk cId="1183718373" sldId="335"/>
            <ac:spMk id="31" creationId="{1CF19AE2-2CC6-4EE2-AB8E-B0CF7C10E662}"/>
          </ac:spMkLst>
        </pc:spChg>
        <pc:picChg chg="del">
          <ac:chgData name="MONTEIRO Leonardo" userId="2573e68e-8b52-4cb8-8785-ccdda53c9c42" providerId="ADAL" clId="{C912CFF4-A566-408D-AAFB-F09356E9210A}" dt="2022-04-01T02:21:47.641" v="3764" actId="478"/>
          <ac:picMkLst>
            <pc:docMk/>
            <pc:sldMk cId="1183718373" sldId="335"/>
            <ac:picMk id="8" creationId="{3A7FDF9C-4FE6-45EB-B8A7-DB067670C1F3}"/>
          </ac:picMkLst>
        </pc:picChg>
        <pc:picChg chg="add mod">
          <ac:chgData name="MONTEIRO Leonardo" userId="2573e68e-8b52-4cb8-8785-ccdda53c9c42" providerId="ADAL" clId="{C912CFF4-A566-408D-AAFB-F09356E9210A}" dt="2022-04-01T08:21:03.047" v="4419" actId="1076"/>
          <ac:picMkLst>
            <pc:docMk/>
            <pc:sldMk cId="1183718373" sldId="335"/>
            <ac:picMk id="9" creationId="{9B428978-ED5A-4033-87C8-62E2C0785189}"/>
          </ac:picMkLst>
        </pc:picChg>
        <pc:picChg chg="add del mod">
          <ac:chgData name="MONTEIRO Leonardo" userId="2573e68e-8b52-4cb8-8785-ccdda53c9c42" providerId="ADAL" clId="{C912CFF4-A566-408D-AAFB-F09356E9210A}" dt="2022-04-01T02:27:49.017" v="3945" actId="478"/>
          <ac:picMkLst>
            <pc:docMk/>
            <pc:sldMk cId="1183718373" sldId="335"/>
            <ac:picMk id="11" creationId="{484507BF-9DEB-4EFB-BF01-36403E282D41}"/>
          </ac:picMkLst>
        </pc:picChg>
        <pc:picChg chg="del">
          <ac:chgData name="MONTEIRO Leonardo" userId="2573e68e-8b52-4cb8-8785-ccdda53c9c42" providerId="ADAL" clId="{C912CFF4-A566-408D-AAFB-F09356E9210A}" dt="2022-04-01T02:22:31.633" v="3778" actId="478"/>
          <ac:picMkLst>
            <pc:docMk/>
            <pc:sldMk cId="1183718373" sldId="335"/>
            <ac:picMk id="12" creationId="{B384E079-0E6E-4B9D-B6DF-AB4A442E079B}"/>
          </ac:picMkLst>
        </pc:picChg>
        <pc:picChg chg="del">
          <ac:chgData name="MONTEIRO Leonardo" userId="2573e68e-8b52-4cb8-8785-ccdda53c9c42" providerId="ADAL" clId="{C912CFF4-A566-408D-AAFB-F09356E9210A}" dt="2022-04-01T02:22:32.192" v="3779" actId="478"/>
          <ac:picMkLst>
            <pc:docMk/>
            <pc:sldMk cId="1183718373" sldId="335"/>
            <ac:picMk id="14" creationId="{1B278D57-9C42-415E-9398-27E2B737C726}"/>
          </ac:picMkLst>
        </pc:picChg>
        <pc:picChg chg="add mod">
          <ac:chgData name="MONTEIRO Leonardo" userId="2573e68e-8b52-4cb8-8785-ccdda53c9c42" providerId="ADAL" clId="{C912CFF4-A566-408D-AAFB-F09356E9210A}" dt="2022-04-01T02:28:32.517" v="3959" actId="14100"/>
          <ac:picMkLst>
            <pc:docMk/>
            <pc:sldMk cId="1183718373" sldId="335"/>
            <ac:picMk id="36" creationId="{A5AD2618-3A3C-4712-A2A6-28291F7CE0B1}"/>
          </ac:picMkLst>
        </pc:picChg>
        <pc:cxnChg chg="mod ord">
          <ac:chgData name="MONTEIRO Leonardo" userId="2573e68e-8b52-4cb8-8785-ccdda53c9c42" providerId="ADAL" clId="{C912CFF4-A566-408D-AAFB-F09356E9210A}" dt="2022-04-01T08:20:51.626" v="4416" actId="14100"/>
          <ac:cxnSpMkLst>
            <pc:docMk/>
            <pc:sldMk cId="1183718373" sldId="335"/>
            <ac:cxnSpMk id="16" creationId="{9DC50BCB-E844-412B-B0A4-943EC3A4F4A0}"/>
          </ac:cxnSpMkLst>
        </pc:cxnChg>
        <pc:cxnChg chg="del mod">
          <ac:chgData name="MONTEIRO Leonardo" userId="2573e68e-8b52-4cb8-8785-ccdda53c9c42" providerId="ADAL" clId="{C912CFF4-A566-408D-AAFB-F09356E9210A}" dt="2022-04-01T02:23:19.064" v="3849" actId="478"/>
          <ac:cxnSpMkLst>
            <pc:docMk/>
            <pc:sldMk cId="1183718373" sldId="335"/>
            <ac:cxnSpMk id="22" creationId="{B6493FAF-4D08-4973-8237-65A3A5A0B914}"/>
          </ac:cxnSpMkLst>
        </pc:cxnChg>
        <pc:cxnChg chg="mod ord">
          <ac:chgData name="MONTEIRO Leonardo" userId="2573e68e-8b52-4cb8-8785-ccdda53c9c42" providerId="ADAL" clId="{C912CFF4-A566-408D-AAFB-F09356E9210A}" dt="2022-04-01T02:40:33.187" v="4352" actId="14100"/>
          <ac:cxnSpMkLst>
            <pc:docMk/>
            <pc:sldMk cId="1183718373" sldId="335"/>
            <ac:cxnSpMk id="27" creationId="{A0A53A70-0991-4111-A6B7-756F364B9AAB}"/>
          </ac:cxnSpMkLst>
        </pc:cxnChg>
        <pc:cxnChg chg="add mod">
          <ac:chgData name="MONTEIRO Leonardo" userId="2573e68e-8b52-4cb8-8785-ccdda53c9c42" providerId="ADAL" clId="{C912CFF4-A566-408D-AAFB-F09356E9210A}" dt="2022-04-01T08:20:58.754" v="4417" actId="14100"/>
          <ac:cxnSpMkLst>
            <pc:docMk/>
            <pc:sldMk cId="1183718373" sldId="335"/>
            <ac:cxnSpMk id="28" creationId="{787E4E10-80E3-4B56-96B5-980EB9FFD685}"/>
          </ac:cxnSpMkLst>
        </pc:cxnChg>
        <pc:cxnChg chg="del mod ord">
          <ac:chgData name="MONTEIRO Leonardo" userId="2573e68e-8b52-4cb8-8785-ccdda53c9c42" providerId="ADAL" clId="{C912CFF4-A566-408D-AAFB-F09356E9210A}" dt="2022-04-01T02:40:24.377" v="4348" actId="478"/>
          <ac:cxnSpMkLst>
            <pc:docMk/>
            <pc:sldMk cId="1183718373" sldId="335"/>
            <ac:cxnSpMk id="32" creationId="{2E2DCE37-EB8F-4247-B813-DA3D5824B3C0}"/>
          </ac:cxnSpMkLst>
        </pc:cxnChg>
      </pc:sldChg>
      <pc:sldChg chg="addSp delSp modSp add mod ord">
        <pc:chgData name="MONTEIRO Leonardo" userId="2573e68e-8b52-4cb8-8785-ccdda53c9c42" providerId="ADAL" clId="{C912CFF4-A566-408D-AAFB-F09356E9210A}" dt="2022-04-01T02:43:09.202" v="4361" actId="14100"/>
        <pc:sldMkLst>
          <pc:docMk/>
          <pc:sldMk cId="1599215255" sldId="336"/>
        </pc:sldMkLst>
        <pc:spChg chg="mod">
          <ac:chgData name="MONTEIRO Leonardo" userId="2573e68e-8b52-4cb8-8785-ccdda53c9c42" providerId="ADAL" clId="{C912CFF4-A566-408D-AAFB-F09356E9210A}" dt="2022-04-01T02:36:11.629" v="4346" actId="20577"/>
          <ac:spMkLst>
            <pc:docMk/>
            <pc:sldMk cId="1599215255" sldId="336"/>
            <ac:spMk id="2" creationId="{9DF2FECD-0835-4B35-8C04-7C68E662D2F8}"/>
          </ac:spMkLst>
        </pc:spChg>
        <pc:spChg chg="mod">
          <ac:chgData name="MONTEIRO Leonardo" userId="2573e68e-8b52-4cb8-8785-ccdda53c9c42" providerId="ADAL" clId="{C912CFF4-A566-408D-AAFB-F09356E9210A}" dt="2022-04-01T02:36:04.128" v="4338" actId="1038"/>
          <ac:spMkLst>
            <pc:docMk/>
            <pc:sldMk cId="1599215255" sldId="336"/>
            <ac:spMk id="15" creationId="{1462B266-30D8-4C18-94DB-95C4354C4FAB}"/>
          </ac:spMkLst>
        </pc:spChg>
        <pc:spChg chg="del mod">
          <ac:chgData name="MONTEIRO Leonardo" userId="2573e68e-8b52-4cb8-8785-ccdda53c9c42" providerId="ADAL" clId="{C912CFF4-A566-408D-AAFB-F09356E9210A}" dt="2022-04-01T02:34:11.139" v="4211" actId="478"/>
          <ac:spMkLst>
            <pc:docMk/>
            <pc:sldMk cId="1599215255" sldId="336"/>
            <ac:spMk id="21" creationId="{26252AAA-E833-468C-BF4A-BE9EEF075256}"/>
          </ac:spMkLst>
        </pc:spChg>
        <pc:spChg chg="del">
          <ac:chgData name="MONTEIRO Leonardo" userId="2573e68e-8b52-4cb8-8785-ccdda53c9c42" providerId="ADAL" clId="{C912CFF4-A566-408D-AAFB-F09356E9210A}" dt="2022-04-01T02:34:14.604" v="4212" actId="478"/>
          <ac:spMkLst>
            <pc:docMk/>
            <pc:sldMk cId="1599215255" sldId="336"/>
            <ac:spMk id="26" creationId="{8C3384BD-37FB-4A58-86F1-D3598BD319C8}"/>
          </ac:spMkLst>
        </pc:spChg>
        <pc:spChg chg="add mod">
          <ac:chgData name="MONTEIRO Leonardo" userId="2573e68e-8b52-4cb8-8785-ccdda53c9c42" providerId="ADAL" clId="{C912CFF4-A566-408D-AAFB-F09356E9210A}" dt="2022-04-01T02:36:04.128" v="4338" actId="1038"/>
          <ac:spMkLst>
            <pc:docMk/>
            <pc:sldMk cId="1599215255" sldId="336"/>
            <ac:spMk id="28" creationId="{00A20D1B-EA01-4163-8C7A-AB6E8FDB9AAE}"/>
          </ac:spMkLst>
        </pc:spChg>
        <pc:spChg chg="del">
          <ac:chgData name="MONTEIRO Leonardo" userId="2573e68e-8b52-4cb8-8785-ccdda53c9c42" providerId="ADAL" clId="{C912CFF4-A566-408D-AAFB-F09356E9210A}" dt="2022-04-01T02:34:16.908" v="4213" actId="478"/>
          <ac:spMkLst>
            <pc:docMk/>
            <pc:sldMk cId="1599215255" sldId="336"/>
            <ac:spMk id="31" creationId="{1CF19AE2-2CC6-4EE2-AB8E-B0CF7C10E662}"/>
          </ac:spMkLst>
        </pc:spChg>
        <pc:picChg chg="del">
          <ac:chgData name="MONTEIRO Leonardo" userId="2573e68e-8b52-4cb8-8785-ccdda53c9c42" providerId="ADAL" clId="{C912CFF4-A566-408D-AAFB-F09356E9210A}" dt="2022-04-01T02:32:24.875" v="4084" actId="478"/>
          <ac:picMkLst>
            <pc:docMk/>
            <pc:sldMk cId="1599215255" sldId="336"/>
            <ac:picMk id="8" creationId="{3A7FDF9C-4FE6-45EB-B8A7-DB067670C1F3}"/>
          </ac:picMkLst>
        </pc:picChg>
        <pc:picChg chg="add mod">
          <ac:chgData name="MONTEIRO Leonardo" userId="2573e68e-8b52-4cb8-8785-ccdda53c9c42" providerId="ADAL" clId="{C912CFF4-A566-408D-AAFB-F09356E9210A}" dt="2022-04-01T02:36:04.128" v="4338" actId="1038"/>
          <ac:picMkLst>
            <pc:docMk/>
            <pc:sldMk cId="1599215255" sldId="336"/>
            <ac:picMk id="9" creationId="{F81D78A1-B29B-4626-A062-C1ED3B271FA1}"/>
          </ac:picMkLst>
        </pc:picChg>
        <pc:picChg chg="del">
          <ac:chgData name="MONTEIRO Leonardo" userId="2573e68e-8b52-4cb8-8785-ccdda53c9c42" providerId="ADAL" clId="{C912CFF4-A566-408D-AAFB-F09356E9210A}" dt="2022-04-01T02:32:25.492" v="4085" actId="478"/>
          <ac:picMkLst>
            <pc:docMk/>
            <pc:sldMk cId="1599215255" sldId="336"/>
            <ac:picMk id="12" creationId="{B384E079-0E6E-4B9D-B6DF-AB4A442E079B}"/>
          </ac:picMkLst>
        </pc:picChg>
        <pc:picChg chg="del">
          <ac:chgData name="MONTEIRO Leonardo" userId="2573e68e-8b52-4cb8-8785-ccdda53c9c42" providerId="ADAL" clId="{C912CFF4-A566-408D-AAFB-F09356E9210A}" dt="2022-04-01T02:32:26.283" v="4086" actId="478"/>
          <ac:picMkLst>
            <pc:docMk/>
            <pc:sldMk cId="1599215255" sldId="336"/>
            <ac:picMk id="14" creationId="{1B278D57-9C42-415E-9398-27E2B737C726}"/>
          </ac:picMkLst>
        </pc:picChg>
        <pc:cxnChg chg="mod ord">
          <ac:chgData name="MONTEIRO Leonardo" userId="2573e68e-8b52-4cb8-8785-ccdda53c9c42" providerId="ADAL" clId="{C912CFF4-A566-408D-AAFB-F09356E9210A}" dt="2022-04-01T02:36:04.128" v="4338" actId="1038"/>
          <ac:cxnSpMkLst>
            <pc:docMk/>
            <pc:sldMk cId="1599215255" sldId="336"/>
            <ac:cxnSpMk id="16" creationId="{9DC50BCB-E844-412B-B0A4-943EC3A4F4A0}"/>
          </ac:cxnSpMkLst>
        </pc:cxnChg>
        <pc:cxnChg chg="del mod">
          <ac:chgData name="MONTEIRO Leonardo" userId="2573e68e-8b52-4cb8-8785-ccdda53c9c42" providerId="ADAL" clId="{C912CFF4-A566-408D-AAFB-F09356E9210A}" dt="2022-04-01T02:34:09.118" v="4209" actId="478"/>
          <ac:cxnSpMkLst>
            <pc:docMk/>
            <pc:sldMk cId="1599215255" sldId="336"/>
            <ac:cxnSpMk id="22" creationId="{B6493FAF-4D08-4973-8237-65A3A5A0B914}"/>
          </ac:cxnSpMkLst>
        </pc:cxnChg>
        <pc:cxnChg chg="del mod">
          <ac:chgData name="MONTEIRO Leonardo" userId="2573e68e-8b52-4cb8-8785-ccdda53c9c42" providerId="ADAL" clId="{C912CFF4-A566-408D-AAFB-F09356E9210A}" dt="2022-04-01T02:35:53.135" v="4293" actId="478"/>
          <ac:cxnSpMkLst>
            <pc:docMk/>
            <pc:sldMk cId="1599215255" sldId="336"/>
            <ac:cxnSpMk id="27" creationId="{A0A53A70-0991-4111-A6B7-756F364B9AAB}"/>
          </ac:cxnSpMkLst>
        </pc:cxnChg>
        <pc:cxnChg chg="add del mod">
          <ac:chgData name="MONTEIRO Leonardo" userId="2573e68e-8b52-4cb8-8785-ccdda53c9c42" providerId="ADAL" clId="{C912CFF4-A566-408D-AAFB-F09356E9210A}" dt="2022-04-01T02:42:35.642" v="4356" actId="478"/>
          <ac:cxnSpMkLst>
            <pc:docMk/>
            <pc:sldMk cId="1599215255" sldId="336"/>
            <ac:cxnSpMk id="29" creationId="{E379D0ED-032E-45AA-8470-74881675F3C5}"/>
          </ac:cxnSpMkLst>
        </pc:cxnChg>
        <pc:cxnChg chg="del mod">
          <ac:chgData name="MONTEIRO Leonardo" userId="2573e68e-8b52-4cb8-8785-ccdda53c9c42" providerId="ADAL" clId="{C912CFF4-A566-408D-AAFB-F09356E9210A}" dt="2022-04-01T02:35:54.811" v="4294" actId="478"/>
          <ac:cxnSpMkLst>
            <pc:docMk/>
            <pc:sldMk cId="1599215255" sldId="336"/>
            <ac:cxnSpMk id="32" creationId="{2E2DCE37-EB8F-4247-B813-DA3D5824B3C0}"/>
          </ac:cxnSpMkLst>
        </pc:cxnChg>
        <pc:cxnChg chg="add mod">
          <ac:chgData name="MONTEIRO Leonardo" userId="2573e68e-8b52-4cb8-8785-ccdda53c9c42" providerId="ADAL" clId="{C912CFF4-A566-408D-AAFB-F09356E9210A}" dt="2022-04-01T02:43:09.202" v="4361" actId="14100"/>
          <ac:cxnSpMkLst>
            <pc:docMk/>
            <pc:sldMk cId="1599215255" sldId="336"/>
            <ac:cxnSpMk id="33" creationId="{E8E48D36-D4EE-4759-AD03-9E8EB2A3BDCF}"/>
          </ac:cxnSpMkLst>
        </pc:cxnChg>
        <pc:cxnChg chg="add del mod">
          <ac:chgData name="MONTEIRO Leonardo" userId="2573e68e-8b52-4cb8-8785-ccdda53c9c42" providerId="ADAL" clId="{C912CFF4-A566-408D-AAFB-F09356E9210A}" dt="2022-04-01T02:43:04.177" v="4360" actId="478"/>
          <ac:cxnSpMkLst>
            <pc:docMk/>
            <pc:sldMk cId="1599215255" sldId="336"/>
            <ac:cxnSpMk id="34" creationId="{CEE7D8BA-3A3D-4657-A0FC-AADE75E8C97C}"/>
          </ac:cxnSpMkLst>
        </pc:cxnChg>
      </pc:sldChg>
    </pc:docChg>
  </pc:docChgLst>
  <pc:docChgLst>
    <pc:chgData name="MONTEIRO Leonardo" userId="2573e68e-8b52-4cb8-8785-ccdda53c9c42" providerId="ADAL" clId="{90D2C4E8-27AD-4E5A-8B97-C077D7D007DE}"/>
    <pc:docChg chg="modSld">
      <pc:chgData name="MONTEIRO Leonardo" userId="2573e68e-8b52-4cb8-8785-ccdda53c9c42" providerId="ADAL" clId="{90D2C4E8-27AD-4E5A-8B97-C077D7D007DE}" dt="2022-03-23T20:24:20.708" v="89" actId="14100"/>
      <pc:docMkLst>
        <pc:docMk/>
      </pc:docMkLst>
      <pc:sldChg chg="modSp mod">
        <pc:chgData name="MONTEIRO Leonardo" userId="2573e68e-8b52-4cb8-8785-ccdda53c9c42" providerId="ADAL" clId="{90D2C4E8-27AD-4E5A-8B97-C077D7D007DE}" dt="2022-03-23T20:24:20.708" v="89" actId="14100"/>
        <pc:sldMkLst>
          <pc:docMk/>
          <pc:sldMk cId="1897256202" sldId="273"/>
        </pc:sldMkLst>
        <pc:graphicFrameChg chg="mod">
          <ac:chgData name="MONTEIRO Leonardo" userId="2573e68e-8b52-4cb8-8785-ccdda53c9c42" providerId="ADAL" clId="{90D2C4E8-27AD-4E5A-8B97-C077D7D007DE}" dt="2022-03-23T20:23:37.619" v="73" actId="1037"/>
          <ac:graphicFrameMkLst>
            <pc:docMk/>
            <pc:sldMk cId="1897256202" sldId="273"/>
            <ac:graphicFrameMk id="4" creationId="{CAE872EE-A61B-45C2-8792-65F97596969F}"/>
          </ac:graphicFrameMkLst>
        </pc:graphicFrameChg>
        <pc:graphicFrameChg chg="mod">
          <ac:chgData name="MONTEIRO Leonardo" userId="2573e68e-8b52-4cb8-8785-ccdda53c9c42" providerId="ADAL" clId="{90D2C4E8-27AD-4E5A-8B97-C077D7D007DE}" dt="2022-03-23T20:24:20.708" v="89" actId="14100"/>
          <ac:graphicFrameMkLst>
            <pc:docMk/>
            <pc:sldMk cId="1897256202" sldId="273"/>
            <ac:graphicFrameMk id="18" creationId="{7E99DD27-FB1E-44DE-8326-E1F5543BF16C}"/>
          </ac:graphicFrameMkLst>
        </pc:graphicFrameChg>
      </pc:sldChg>
      <pc:sldChg chg="addSp delSp modSp mod">
        <pc:chgData name="MONTEIRO Leonardo" userId="2573e68e-8b52-4cb8-8785-ccdda53c9c42" providerId="ADAL" clId="{90D2C4E8-27AD-4E5A-8B97-C077D7D007DE}" dt="2022-03-23T20:23:19.581" v="71" actId="20577"/>
        <pc:sldMkLst>
          <pc:docMk/>
          <pc:sldMk cId="2287813700" sldId="315"/>
        </pc:sldMkLst>
        <pc:spChg chg="mod">
          <ac:chgData name="MONTEIRO Leonardo" userId="2573e68e-8b52-4cb8-8785-ccdda53c9c42" providerId="ADAL" clId="{90D2C4E8-27AD-4E5A-8B97-C077D7D007DE}" dt="2022-03-23T20:23:19.581" v="71" actId="20577"/>
          <ac:spMkLst>
            <pc:docMk/>
            <pc:sldMk cId="2287813700" sldId="315"/>
            <ac:spMk id="9" creationId="{F6F383D5-7C48-46A0-B805-4938274F53A5}"/>
          </ac:spMkLst>
        </pc:spChg>
        <pc:picChg chg="mod">
          <ac:chgData name="MONTEIRO Leonardo" userId="2573e68e-8b52-4cb8-8785-ccdda53c9c42" providerId="ADAL" clId="{90D2C4E8-27AD-4E5A-8B97-C077D7D007DE}" dt="2022-03-23T20:22:43.678" v="56" actId="1076"/>
          <ac:picMkLst>
            <pc:docMk/>
            <pc:sldMk cId="2287813700" sldId="315"/>
            <ac:picMk id="1026" creationId="{0CA4CD43-A486-497B-BC94-8309F7BFD1D9}"/>
          </ac:picMkLst>
        </pc:picChg>
        <pc:picChg chg="del mod">
          <ac:chgData name="MONTEIRO Leonardo" userId="2573e68e-8b52-4cb8-8785-ccdda53c9c42" providerId="ADAL" clId="{90D2C4E8-27AD-4E5A-8B97-C077D7D007DE}" dt="2022-03-23T20:21:18.740" v="35" actId="478"/>
          <ac:picMkLst>
            <pc:docMk/>
            <pc:sldMk cId="2287813700" sldId="315"/>
            <ac:picMk id="1028" creationId="{13DC0073-1FDE-4378-8A93-CAD68335F6CF}"/>
          </ac:picMkLst>
        </pc:picChg>
        <pc:picChg chg="mod">
          <ac:chgData name="MONTEIRO Leonardo" userId="2573e68e-8b52-4cb8-8785-ccdda53c9c42" providerId="ADAL" clId="{90D2C4E8-27AD-4E5A-8B97-C077D7D007DE}" dt="2022-03-23T20:22:56.292" v="61" actId="1076"/>
          <ac:picMkLst>
            <pc:docMk/>
            <pc:sldMk cId="2287813700" sldId="315"/>
            <ac:picMk id="1030" creationId="{E07E2257-A378-4623-856D-65439DBDFA02}"/>
          </ac:picMkLst>
        </pc:picChg>
        <pc:picChg chg="mod">
          <ac:chgData name="MONTEIRO Leonardo" userId="2573e68e-8b52-4cb8-8785-ccdda53c9c42" providerId="ADAL" clId="{90D2C4E8-27AD-4E5A-8B97-C077D7D007DE}" dt="2022-03-23T20:20:30.523" v="24" actId="1076"/>
          <ac:picMkLst>
            <pc:docMk/>
            <pc:sldMk cId="2287813700" sldId="315"/>
            <ac:picMk id="1032" creationId="{2CABDCFB-8AFF-4FBA-A4AA-16F22E28552D}"/>
          </ac:picMkLst>
        </pc:picChg>
        <pc:picChg chg="mod">
          <ac:chgData name="MONTEIRO Leonardo" userId="2573e68e-8b52-4cb8-8785-ccdda53c9c42" providerId="ADAL" clId="{90D2C4E8-27AD-4E5A-8B97-C077D7D007DE}" dt="2022-03-23T20:20:16.040" v="17" actId="1076"/>
          <ac:picMkLst>
            <pc:docMk/>
            <pc:sldMk cId="2287813700" sldId="315"/>
            <ac:picMk id="1034" creationId="{E0D5D5A9-15FA-4816-8AE2-120D211548B0}"/>
          </ac:picMkLst>
        </pc:picChg>
        <pc:picChg chg="mod">
          <ac:chgData name="MONTEIRO Leonardo" userId="2573e68e-8b52-4cb8-8785-ccdda53c9c42" providerId="ADAL" clId="{90D2C4E8-27AD-4E5A-8B97-C077D7D007DE}" dt="2022-03-23T20:20:42.434" v="28" actId="1076"/>
          <ac:picMkLst>
            <pc:docMk/>
            <pc:sldMk cId="2287813700" sldId="315"/>
            <ac:picMk id="1036" creationId="{4C73915E-0FFA-47A0-82A1-9BD9F11AA6CC}"/>
          </ac:picMkLst>
        </pc:picChg>
        <pc:picChg chg="mod">
          <ac:chgData name="MONTEIRO Leonardo" userId="2573e68e-8b52-4cb8-8785-ccdda53c9c42" providerId="ADAL" clId="{90D2C4E8-27AD-4E5A-8B97-C077D7D007DE}" dt="2022-03-23T20:22:54.193" v="60" actId="1076"/>
          <ac:picMkLst>
            <pc:docMk/>
            <pc:sldMk cId="2287813700" sldId="315"/>
            <ac:picMk id="1042" creationId="{28D6E801-C1B2-4796-8906-535F32C48E03}"/>
          </ac:picMkLst>
        </pc:picChg>
        <pc:picChg chg="mod">
          <ac:chgData name="MONTEIRO Leonardo" userId="2573e68e-8b52-4cb8-8785-ccdda53c9c42" providerId="ADAL" clId="{90D2C4E8-27AD-4E5A-8B97-C077D7D007DE}" dt="2022-03-23T20:20:47.934" v="30" actId="1076"/>
          <ac:picMkLst>
            <pc:docMk/>
            <pc:sldMk cId="2287813700" sldId="315"/>
            <ac:picMk id="1050" creationId="{F1F84509-373C-44B8-9715-3225369FD44C}"/>
          </ac:picMkLst>
        </pc:picChg>
        <pc:picChg chg="mod">
          <ac:chgData name="MONTEIRO Leonardo" userId="2573e68e-8b52-4cb8-8785-ccdda53c9c42" providerId="ADAL" clId="{90D2C4E8-27AD-4E5A-8B97-C077D7D007DE}" dt="2022-03-23T20:20:46.557" v="29" actId="1076"/>
          <ac:picMkLst>
            <pc:docMk/>
            <pc:sldMk cId="2287813700" sldId="315"/>
            <ac:picMk id="1052" creationId="{5858AEA9-369B-40DB-A76C-2371C8CD7DDF}"/>
          </ac:picMkLst>
        </pc:picChg>
        <pc:picChg chg="add mod">
          <ac:chgData name="MONTEIRO Leonardo" userId="2573e68e-8b52-4cb8-8785-ccdda53c9c42" providerId="ADAL" clId="{90D2C4E8-27AD-4E5A-8B97-C077D7D007DE}" dt="2022-03-23T20:20:18.801" v="19" actId="1076"/>
          <ac:picMkLst>
            <pc:docMk/>
            <pc:sldMk cId="2287813700" sldId="315"/>
            <ac:picMk id="1054" creationId="{2BFE8B6B-CFD0-4529-82A5-E7B333A28A8F}"/>
          </ac:picMkLst>
        </pc:picChg>
        <pc:picChg chg="add mod">
          <ac:chgData name="MONTEIRO Leonardo" userId="2573e68e-8b52-4cb8-8785-ccdda53c9c42" providerId="ADAL" clId="{90D2C4E8-27AD-4E5A-8B97-C077D7D007DE}" dt="2022-03-23T20:22:57.383" v="62" actId="1076"/>
          <ac:picMkLst>
            <pc:docMk/>
            <pc:sldMk cId="2287813700" sldId="315"/>
            <ac:picMk id="1056" creationId="{F18A9022-F02E-486C-96A9-1751A321AA3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65241-D127-440F-855F-01208AB78F04}" type="datetimeFigureOut">
              <a:rPr lang="fr-FR" smtClean="0"/>
              <a:t>30/03/2022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ECCC2-9926-4B95-A141-5AC8E3D59A5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037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3872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626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047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981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086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3666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31613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009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847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11815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63625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ECCC2-9926-4B95-A141-5AC8E3D59A5C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89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4"/>
          <p:cNvSpPr/>
          <p:nvPr userDrawn="1"/>
        </p:nvSpPr>
        <p:spPr>
          <a:xfrm>
            <a:off x="3551364" y="3195083"/>
            <a:ext cx="2224874" cy="883208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0" y="1440000"/>
            <a:ext cx="9144000" cy="958500"/>
          </a:xfrm>
        </p:spPr>
        <p:txBody>
          <a:bodyPr anchor="t" anchorCtr="0"/>
          <a:lstStyle>
            <a:lvl1pPr algn="ctr">
              <a:lnSpc>
                <a:spcPct val="95000"/>
              </a:lnSpc>
              <a:defRPr sz="2800"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030071" y="2794973"/>
            <a:ext cx="3083858" cy="400110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300" b="0">
                <a:solidFill>
                  <a:schemeClr val="bg2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pic>
        <p:nvPicPr>
          <p:cNvPr id="7" name="Imag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0000" y="288954"/>
            <a:ext cx="1764000" cy="45491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42800" y="4730683"/>
            <a:ext cx="1058400" cy="151948"/>
          </a:xfrm>
          <a:prstGeom prst="rect">
            <a:avLst/>
          </a:prstGeom>
        </p:spPr>
      </p:pic>
      <p:sp>
        <p:nvSpPr>
          <p:cNvPr id="5" name="Espace réservé du texte 4"/>
          <p:cNvSpPr>
            <a:spLocks noGrp="1"/>
          </p:cNvSpPr>
          <p:nvPr>
            <p:ph type="body" sz="quarter" idx="10" hasCustomPrompt="1"/>
          </p:nvPr>
        </p:nvSpPr>
        <p:spPr>
          <a:xfrm>
            <a:off x="7136358" y="4737567"/>
            <a:ext cx="1726825" cy="138499"/>
          </a:xfrm>
        </p:spPr>
        <p:txBody>
          <a:bodyPr wrap="square">
            <a:spAutoFit/>
          </a:bodyPr>
          <a:lstStyle>
            <a:lvl1pPr algn="r">
              <a:defRPr sz="900" cap="all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MENTION À REMPLIR</a:t>
            </a:r>
          </a:p>
        </p:txBody>
      </p:sp>
    </p:spTree>
    <p:extLst>
      <p:ext uri="{BB962C8B-B14F-4D97-AF65-F5344CB8AC3E}">
        <p14:creationId xmlns:p14="http://schemas.microsoft.com/office/powerpoint/2010/main" val="1946881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30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970001" y="1625401"/>
            <a:ext cx="3772545" cy="81868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2800"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970001" y="3564305"/>
            <a:ext cx="3083858" cy="400110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chemeClr val="bg2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fr-FR" dirty="0"/>
              <a:t>Modifier le style des sous-titres du masque</a:t>
            </a:r>
          </a:p>
        </p:txBody>
      </p:sp>
      <p:pic>
        <p:nvPicPr>
          <p:cNvPr id="15" name="Image 1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67092" y="288954"/>
            <a:ext cx="1764000" cy="454913"/>
          </a:xfrm>
          <a:prstGeom prst="rect">
            <a:avLst/>
          </a:prstGeom>
        </p:spPr>
      </p:pic>
      <p:sp>
        <p:nvSpPr>
          <p:cNvPr id="13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7136358" y="4737567"/>
            <a:ext cx="1726825" cy="138499"/>
          </a:xfrm>
        </p:spPr>
        <p:txBody>
          <a:bodyPr wrap="square">
            <a:spAutoFit/>
          </a:bodyPr>
          <a:lstStyle>
            <a:lvl1pPr algn="r">
              <a:defRPr sz="900" cap="all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 dirty="0"/>
              <a:t>MENTION À REMPLIR</a:t>
            </a:r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294936">
            <a:off x="-459677" y="1567878"/>
            <a:ext cx="3835157" cy="2005922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44371" y="4730683"/>
            <a:ext cx="1058400" cy="1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8169872">
            <a:off x="-34538" y="-2431903"/>
            <a:ext cx="7483071" cy="5836473"/>
          </a:xfrm>
          <a:custGeom>
            <a:avLst/>
            <a:gdLst>
              <a:gd name="connsiteX0" fmla="*/ 6078681 w 7483071"/>
              <a:gd name="connsiteY0" fmla="*/ 5836473 h 5836473"/>
              <a:gd name="connsiteX1" fmla="*/ 0 w 7483071"/>
              <a:gd name="connsiteY1" fmla="*/ 0 h 5836473"/>
              <a:gd name="connsiteX2" fmla="*/ 7483071 w 7483071"/>
              <a:gd name="connsiteY2" fmla="*/ 0 h 5836473"/>
              <a:gd name="connsiteX3" fmla="*/ 7483071 w 7483071"/>
              <a:gd name="connsiteY3" fmla="*/ 4373802 h 58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83071" h="5836473">
                <a:moveTo>
                  <a:pt x="6078681" y="5836473"/>
                </a:moveTo>
                <a:lnTo>
                  <a:pt x="0" y="0"/>
                </a:lnTo>
                <a:lnTo>
                  <a:pt x="7483071" y="0"/>
                </a:lnTo>
                <a:lnTo>
                  <a:pt x="7483071" y="4373802"/>
                </a:lnTo>
                <a:close/>
              </a:path>
            </a:pathLst>
          </a:custGeom>
        </p:spPr>
      </p:pic>
      <p:pic>
        <p:nvPicPr>
          <p:cNvPr id="20" name="Image 19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6768274">
            <a:off x="2574894" y="-440820"/>
            <a:ext cx="7600888" cy="6798858"/>
          </a:xfrm>
          <a:custGeom>
            <a:avLst/>
            <a:gdLst>
              <a:gd name="connsiteX0" fmla="*/ 2020263 w 7600888"/>
              <a:gd name="connsiteY0" fmla="*/ 6798858 h 6798858"/>
              <a:gd name="connsiteX1" fmla="*/ 0 w 7600888"/>
              <a:gd name="connsiteY1" fmla="*/ 1993913 h 6798858"/>
              <a:gd name="connsiteX2" fmla="*/ 4742273 w 7600888"/>
              <a:gd name="connsiteY2" fmla="*/ 0 h 6798858"/>
              <a:gd name="connsiteX3" fmla="*/ 7600888 w 7600888"/>
              <a:gd name="connsiteY3" fmla="*/ 6798858 h 6798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00888" h="6798858">
                <a:moveTo>
                  <a:pt x="2020263" y="6798858"/>
                </a:moveTo>
                <a:lnTo>
                  <a:pt x="0" y="1993913"/>
                </a:lnTo>
                <a:lnTo>
                  <a:pt x="4742273" y="0"/>
                </a:lnTo>
                <a:lnTo>
                  <a:pt x="7600888" y="6798858"/>
                </a:lnTo>
                <a:close/>
              </a:path>
            </a:pathLst>
          </a:custGeom>
        </p:spPr>
      </p:pic>
      <p:sp>
        <p:nvSpPr>
          <p:cNvPr id="24" name="Rectangle 23"/>
          <p:cNvSpPr/>
          <p:nvPr userDrawn="1"/>
        </p:nvSpPr>
        <p:spPr bwMode="auto">
          <a:xfrm>
            <a:off x="576263" y="587831"/>
            <a:ext cx="7787294" cy="3920813"/>
          </a:xfrm>
          <a:prstGeom prst="rect">
            <a:avLst/>
          </a:prstGeom>
          <a:solidFill>
            <a:schemeClr val="bg1">
              <a:alpha val="88000"/>
            </a:schemeClr>
          </a:solidFill>
          <a:ln w="2540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eaLnBrk="0" hangingPunct="0"/>
            <a:endParaRPr lang="fr-FR" sz="1200" b="1" dirty="0">
              <a:solidFill>
                <a:schemeClr val="bg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 userDrawn="1">
            <p:ph type="ctrTitle" hasCustomPrompt="1"/>
          </p:nvPr>
        </p:nvSpPr>
        <p:spPr>
          <a:xfrm>
            <a:off x="1080005" y="1627200"/>
            <a:ext cx="3772545" cy="81868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2800"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 userDrawn="1">
            <p:ph type="subTitle" idx="1"/>
          </p:nvPr>
        </p:nvSpPr>
        <p:spPr>
          <a:xfrm>
            <a:off x="1080000" y="3280711"/>
            <a:ext cx="3083858" cy="400110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chemeClr val="bg2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fr-FR"/>
              <a:t>Modifier le style des sous-titres du masque</a:t>
            </a:r>
          </a:p>
        </p:txBody>
      </p:sp>
      <p:pic>
        <p:nvPicPr>
          <p:cNvPr id="27" name="Image 26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6377" y="760450"/>
            <a:ext cx="1764000" cy="454913"/>
          </a:xfrm>
          <a:prstGeom prst="rect">
            <a:avLst/>
          </a:prstGeom>
        </p:spPr>
      </p:pic>
      <p:sp>
        <p:nvSpPr>
          <p:cNvPr id="11" name="Espace réservé du texte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136358" y="4737567"/>
            <a:ext cx="1726825" cy="138499"/>
          </a:xfrm>
        </p:spPr>
        <p:txBody>
          <a:bodyPr wrap="square">
            <a:spAutoFit/>
          </a:bodyPr>
          <a:lstStyle>
            <a:lvl1pPr algn="r">
              <a:defRPr sz="900" cap="all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MENTION À REMPLIR</a:t>
            </a:r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228" y="4730683"/>
            <a:ext cx="1058400" cy="1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03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image modifi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: forme 18"/>
          <p:cNvSpPr>
            <a:spLocks noGrp="1"/>
          </p:cNvSpPr>
          <p:nvPr>
            <p:ph type="pic" sz="quarter" idx="12"/>
          </p:nvPr>
        </p:nvSpPr>
        <p:spPr>
          <a:xfrm>
            <a:off x="5299200" y="1259999"/>
            <a:ext cx="3583980" cy="3165007"/>
          </a:xfrm>
          <a:custGeom>
            <a:avLst/>
            <a:gdLst>
              <a:gd name="connsiteX0" fmla="*/ 3931191 w 4313957"/>
              <a:gd name="connsiteY0" fmla="*/ 788 h 3806996"/>
              <a:gd name="connsiteX1" fmla="*/ 4007658 w 4313957"/>
              <a:gd name="connsiteY1" fmla="*/ 78945 h 3806996"/>
              <a:gd name="connsiteX2" fmla="*/ 4009285 w 4313957"/>
              <a:gd name="connsiteY2" fmla="*/ 119652 h 3806996"/>
              <a:gd name="connsiteX3" fmla="*/ 4010912 w 4313957"/>
              <a:gd name="connsiteY3" fmla="*/ 119652 h 3806996"/>
              <a:gd name="connsiteX4" fmla="*/ 4017420 w 4313957"/>
              <a:gd name="connsiteY4" fmla="*/ 217349 h 3806996"/>
              <a:gd name="connsiteX5" fmla="*/ 4028809 w 4313957"/>
              <a:gd name="connsiteY5" fmla="*/ 323187 h 3806996"/>
              <a:gd name="connsiteX6" fmla="*/ 3996269 w 4313957"/>
              <a:gd name="connsiteY6" fmla="*/ 393203 h 3806996"/>
              <a:gd name="connsiteX7" fmla="*/ 3970238 w 4313957"/>
              <a:gd name="connsiteY7" fmla="*/ 474617 h 3806996"/>
              <a:gd name="connsiteX8" fmla="*/ 3950714 w 4313957"/>
              <a:gd name="connsiteY8" fmla="*/ 503926 h 3806996"/>
              <a:gd name="connsiteX9" fmla="*/ 3870993 w 4313957"/>
              <a:gd name="connsiteY9" fmla="*/ 867032 h 3806996"/>
              <a:gd name="connsiteX10" fmla="*/ 3711551 w 4313957"/>
              <a:gd name="connsiteY10" fmla="*/ 1153609 h 3806996"/>
              <a:gd name="connsiteX11" fmla="*/ 3693654 w 4313957"/>
              <a:gd name="connsiteY11" fmla="*/ 1182918 h 3806996"/>
              <a:gd name="connsiteX12" fmla="*/ 3651353 w 4313957"/>
              <a:gd name="connsiteY12" fmla="*/ 1221997 h 3806996"/>
              <a:gd name="connsiteX13" fmla="*/ 3709924 w 4313957"/>
              <a:gd name="connsiteY13" fmla="*/ 1244793 h 3806996"/>
              <a:gd name="connsiteX14" fmla="*/ 3709924 w 4313957"/>
              <a:gd name="connsiteY14" fmla="*/ 1243165 h 3806996"/>
              <a:gd name="connsiteX15" fmla="*/ 3709924 w 4313957"/>
              <a:gd name="connsiteY15" fmla="*/ 1241536 h 3806996"/>
              <a:gd name="connsiteX16" fmla="*/ 3781510 w 4313957"/>
              <a:gd name="connsiteY16" fmla="*/ 1213856 h 3806996"/>
              <a:gd name="connsiteX17" fmla="*/ 3859604 w 4313957"/>
              <a:gd name="connsiteY17" fmla="*/ 1208971 h 3806996"/>
              <a:gd name="connsiteX18" fmla="*/ 3921429 w 4313957"/>
              <a:gd name="connsiteY18" fmla="*/ 1217112 h 3806996"/>
              <a:gd name="connsiteX19" fmla="*/ 3934445 w 4313957"/>
              <a:gd name="connsiteY19" fmla="*/ 1221997 h 3806996"/>
              <a:gd name="connsiteX20" fmla="*/ 4066229 w 4313957"/>
              <a:gd name="connsiteY20" fmla="*/ 1148724 h 3806996"/>
              <a:gd name="connsiteX21" fmla="*/ 4123172 w 4313957"/>
              <a:gd name="connsiteY21" fmla="*/ 1151981 h 3806996"/>
              <a:gd name="connsiteX22" fmla="*/ 4158966 w 4313957"/>
              <a:gd name="connsiteY22" fmla="*/ 1223625 h 3806996"/>
              <a:gd name="connsiteX23" fmla="*/ 4137815 w 4313957"/>
              <a:gd name="connsiteY23" fmla="*/ 1282243 h 3806996"/>
              <a:gd name="connsiteX24" fmla="*/ 4132934 w 4313957"/>
              <a:gd name="connsiteY24" fmla="*/ 1339233 h 3806996"/>
              <a:gd name="connsiteX25" fmla="*/ 4106903 w 4313957"/>
              <a:gd name="connsiteY25" fmla="*/ 1371799 h 3806996"/>
              <a:gd name="connsiteX26" fmla="*/ 4124799 w 4313957"/>
              <a:gd name="connsiteY26" fmla="*/ 1378312 h 3806996"/>
              <a:gd name="connsiteX27" fmla="*/ 4272853 w 4313957"/>
              <a:gd name="connsiteY27" fmla="*/ 1272474 h 3806996"/>
              <a:gd name="connsiteX28" fmla="*/ 4302138 w 4313957"/>
              <a:gd name="connsiteY28" fmla="*/ 1275730 h 3806996"/>
              <a:gd name="connsiteX29" fmla="*/ 4310273 w 4313957"/>
              <a:gd name="connsiteY29" fmla="*/ 1326207 h 3806996"/>
              <a:gd name="connsiteX30" fmla="*/ 4269599 w 4313957"/>
              <a:gd name="connsiteY30" fmla="*/ 1529742 h 3806996"/>
              <a:gd name="connsiteX31" fmla="*/ 4206148 w 4313957"/>
              <a:gd name="connsiteY31" fmla="*/ 1622554 h 3806996"/>
              <a:gd name="connsiteX32" fmla="*/ 4206148 w 4313957"/>
              <a:gd name="connsiteY32" fmla="*/ 1619297 h 3806996"/>
              <a:gd name="connsiteX33" fmla="*/ 4178489 w 4313957"/>
              <a:gd name="connsiteY33" fmla="*/ 1697455 h 3806996"/>
              <a:gd name="connsiteX34" fmla="*/ 4134561 w 4313957"/>
              <a:gd name="connsiteY34" fmla="*/ 1787010 h 3806996"/>
              <a:gd name="connsiteX35" fmla="*/ 4100395 w 4313957"/>
              <a:gd name="connsiteY35" fmla="*/ 1850513 h 3806996"/>
              <a:gd name="connsiteX36" fmla="*/ 4074364 w 4313957"/>
              <a:gd name="connsiteY36" fmla="*/ 1907503 h 3806996"/>
              <a:gd name="connsiteX37" fmla="*/ 4049959 w 4313957"/>
              <a:gd name="connsiteY37" fmla="*/ 1990545 h 3806996"/>
              <a:gd name="connsiteX38" fmla="*/ 3960476 w 4313957"/>
              <a:gd name="connsiteY38" fmla="*/ 2228274 h 3806996"/>
              <a:gd name="connsiteX39" fmla="*/ 3916548 w 4313957"/>
              <a:gd name="connsiteY39" fmla="*/ 2360164 h 3806996"/>
              <a:gd name="connsiteX40" fmla="*/ 3885636 w 4313957"/>
              <a:gd name="connsiteY40" fmla="*/ 2391102 h 3806996"/>
              <a:gd name="connsiteX41" fmla="*/ 3841708 w 4313957"/>
              <a:gd name="connsiteY41" fmla="*/ 2461118 h 3806996"/>
              <a:gd name="connsiteX42" fmla="*/ 3685520 w 4313957"/>
              <a:gd name="connsiteY42" fmla="*/ 2472516 h 3806996"/>
              <a:gd name="connsiteX43" fmla="*/ 3543974 w 4313957"/>
              <a:gd name="connsiteY43" fmla="*/ 2479029 h 3806996"/>
              <a:gd name="connsiteX44" fmla="*/ 3417071 w 4313957"/>
              <a:gd name="connsiteY44" fmla="*/ 2508338 h 3806996"/>
              <a:gd name="connsiteX45" fmla="*/ 3417071 w 4313957"/>
              <a:gd name="connsiteY45" fmla="*/ 2506710 h 3806996"/>
              <a:gd name="connsiteX46" fmla="*/ 2880173 w 4313957"/>
              <a:gd name="connsiteY46" fmla="*/ 2658140 h 3806996"/>
              <a:gd name="connsiteX47" fmla="*/ 2418115 w 4313957"/>
              <a:gd name="connsiteY47" fmla="*/ 2830737 h 3806996"/>
              <a:gd name="connsiteX48" fmla="*/ 1838916 w 4313957"/>
              <a:gd name="connsiteY48" fmla="*/ 3088005 h 3806996"/>
              <a:gd name="connsiteX49" fmla="*/ 1536301 w 4313957"/>
              <a:gd name="connsiteY49" fmla="*/ 3254090 h 3806996"/>
              <a:gd name="connsiteX50" fmla="*/ 1404517 w 4313957"/>
              <a:gd name="connsiteY50" fmla="*/ 3340389 h 3806996"/>
              <a:gd name="connsiteX51" fmla="*/ 1178369 w 4313957"/>
              <a:gd name="connsiteY51" fmla="*/ 3495075 h 3806996"/>
              <a:gd name="connsiteX52" fmla="*/ 948968 w 4313957"/>
              <a:gd name="connsiteY52" fmla="*/ 3669301 h 3806996"/>
              <a:gd name="connsiteX53" fmla="*/ 919682 w 4313957"/>
              <a:gd name="connsiteY53" fmla="*/ 3685584 h 3806996"/>
              <a:gd name="connsiteX54" fmla="*/ 700042 w 4313957"/>
              <a:gd name="connsiteY54" fmla="*/ 3799563 h 3806996"/>
              <a:gd name="connsiteX55" fmla="*/ 508061 w 4313957"/>
              <a:gd name="connsiteY55" fmla="*/ 3804448 h 3806996"/>
              <a:gd name="connsiteX56" fmla="*/ 457625 w 4313957"/>
              <a:gd name="connsiteY56" fmla="*/ 3726291 h 3806996"/>
              <a:gd name="connsiteX57" fmla="*/ 408816 w 4313957"/>
              <a:gd name="connsiteY57" fmla="*/ 3690469 h 3806996"/>
              <a:gd name="connsiteX58" fmla="*/ 495045 w 4313957"/>
              <a:gd name="connsiteY58" fmla="*/ 3599285 h 3806996"/>
              <a:gd name="connsiteX59" fmla="*/ 423458 w 4313957"/>
              <a:gd name="connsiteY59" fmla="*/ 3617196 h 3806996"/>
              <a:gd name="connsiteX60" fmla="*/ 482029 w 4313957"/>
              <a:gd name="connsiteY60" fmla="*/ 3516243 h 3806996"/>
              <a:gd name="connsiteX61" fmla="*/ 516195 w 4313957"/>
              <a:gd name="connsiteY61" fmla="*/ 3469023 h 3806996"/>
              <a:gd name="connsiteX62" fmla="*/ 563377 w 4313957"/>
              <a:gd name="connsiteY62" fmla="*/ 3413661 h 3806996"/>
              <a:gd name="connsiteX63" fmla="*/ 565004 w 4313957"/>
              <a:gd name="connsiteY63" fmla="*/ 3413661 h 3806996"/>
              <a:gd name="connsiteX64" fmla="*/ 506434 w 4313957"/>
              <a:gd name="connsiteY64" fmla="*/ 3314336 h 3806996"/>
              <a:gd name="connsiteX65" fmla="*/ 566631 w 4313957"/>
              <a:gd name="connsiteY65" fmla="*/ 3278514 h 3806996"/>
              <a:gd name="connsiteX66" fmla="*/ 659368 w 4313957"/>
              <a:gd name="connsiteY66" fmla="*/ 3182445 h 3806996"/>
              <a:gd name="connsiteX67" fmla="*/ 660995 w 4313957"/>
              <a:gd name="connsiteY67" fmla="*/ 3182445 h 3806996"/>
              <a:gd name="connsiteX68" fmla="*/ 615440 w 4313957"/>
              <a:gd name="connsiteY68" fmla="*/ 3179189 h 3806996"/>
              <a:gd name="connsiteX69" fmla="*/ 800914 w 4313957"/>
              <a:gd name="connsiteY69" fmla="*/ 3055440 h 3806996"/>
              <a:gd name="connsiteX70" fmla="*/ 791152 w 4313957"/>
              <a:gd name="connsiteY70" fmla="*/ 3047298 h 3806996"/>
              <a:gd name="connsiteX71" fmla="*/ 726074 w 4313957"/>
              <a:gd name="connsiteY71" fmla="*/ 3026131 h 3806996"/>
              <a:gd name="connsiteX72" fmla="*/ 778136 w 4313957"/>
              <a:gd name="connsiteY72" fmla="*/ 2964256 h 3806996"/>
              <a:gd name="connsiteX73" fmla="*/ 1001030 w 4313957"/>
              <a:gd name="connsiteY73" fmla="*/ 2783517 h 3806996"/>
              <a:gd name="connsiteX74" fmla="*/ 1030316 w 4313957"/>
              <a:gd name="connsiteY74" fmla="*/ 2711873 h 3806996"/>
              <a:gd name="connsiteX75" fmla="*/ 1038451 w 4313957"/>
              <a:gd name="connsiteY75" fmla="*/ 2680935 h 3806996"/>
              <a:gd name="connsiteX76" fmla="*/ 1007538 w 4313957"/>
              <a:gd name="connsiteY76" fmla="*/ 2677679 h 3806996"/>
              <a:gd name="connsiteX77" fmla="*/ 929444 w 4313957"/>
              <a:gd name="connsiteY77" fmla="*/ 2677679 h 3806996"/>
              <a:gd name="connsiteX78" fmla="*/ 678892 w 4313957"/>
              <a:gd name="connsiteY78" fmla="*/ 2850276 h 3806996"/>
              <a:gd name="connsiteX79" fmla="*/ 628456 w 4313957"/>
              <a:gd name="connsiteY79" fmla="*/ 2871444 h 3806996"/>
              <a:gd name="connsiteX80" fmla="*/ 825318 w 4313957"/>
              <a:gd name="connsiteY80" fmla="*/ 2716758 h 3806996"/>
              <a:gd name="connsiteX81" fmla="*/ 989642 w 4313957"/>
              <a:gd name="connsiteY81" fmla="*/ 2534390 h 3806996"/>
              <a:gd name="connsiteX82" fmla="*/ 976626 w 4313957"/>
              <a:gd name="connsiteY82" fmla="*/ 2444835 h 3806996"/>
              <a:gd name="connsiteX83" fmla="*/ 958729 w 4313957"/>
              <a:gd name="connsiteY83" fmla="*/ 2405756 h 3806996"/>
              <a:gd name="connsiteX84" fmla="*/ 958729 w 4313957"/>
              <a:gd name="connsiteY84" fmla="*/ 2404128 h 3806996"/>
              <a:gd name="connsiteX85" fmla="*/ 952221 w 4313957"/>
              <a:gd name="connsiteY85" fmla="*/ 2400871 h 3806996"/>
              <a:gd name="connsiteX86" fmla="*/ 953848 w 4313957"/>
              <a:gd name="connsiteY86" fmla="*/ 2400871 h 3806996"/>
              <a:gd name="connsiteX87" fmla="*/ 826945 w 4313957"/>
              <a:gd name="connsiteY87" fmla="*/ 2259211 h 3806996"/>
              <a:gd name="connsiteX88" fmla="*/ 647979 w 4313957"/>
              <a:gd name="connsiteY88" fmla="*/ 2145232 h 3806996"/>
              <a:gd name="connsiteX89" fmla="*/ 542227 w 4313957"/>
              <a:gd name="connsiteY89" fmla="*/ 2045906 h 3806996"/>
              <a:gd name="connsiteX90" fmla="*/ 441355 w 4313957"/>
              <a:gd name="connsiteY90" fmla="*/ 1953095 h 3806996"/>
              <a:gd name="connsiteX91" fmla="*/ 412070 w 4313957"/>
              <a:gd name="connsiteY91" fmla="*/ 1917272 h 3806996"/>
              <a:gd name="connsiteX92" fmla="*/ 377903 w 4313957"/>
              <a:gd name="connsiteY92" fmla="*/ 1881450 h 3806996"/>
              <a:gd name="connsiteX93" fmla="*/ 361634 w 4313957"/>
              <a:gd name="connsiteY93" fmla="*/ 1860283 h 3806996"/>
              <a:gd name="connsiteX94" fmla="*/ 242866 w 4313957"/>
              <a:gd name="connsiteY94" fmla="*/ 1824460 h 3806996"/>
              <a:gd name="connsiteX95" fmla="*/ 94812 w 4313957"/>
              <a:gd name="connsiteY95" fmla="*/ 1796780 h 3806996"/>
              <a:gd name="connsiteX96" fmla="*/ 448 w 4313957"/>
              <a:gd name="connsiteY96" fmla="*/ 1725135 h 3806996"/>
              <a:gd name="connsiteX97" fmla="*/ 39495 w 4313957"/>
              <a:gd name="connsiteY97" fmla="*/ 1673030 h 3806996"/>
              <a:gd name="connsiteX98" fmla="*/ 156637 w 4313957"/>
              <a:gd name="connsiteY98" fmla="*/ 1646978 h 3806996"/>
              <a:gd name="connsiteX99" fmla="*/ 211953 w 4313957"/>
              <a:gd name="connsiteY99" fmla="*/ 1611156 h 3806996"/>
              <a:gd name="connsiteX100" fmla="*/ 267270 w 4313957"/>
              <a:gd name="connsiteY100" fmla="*/ 1562307 h 3806996"/>
              <a:gd name="connsiteX101" fmla="*/ 265643 w 4313957"/>
              <a:gd name="connsiteY101" fmla="*/ 1560679 h 3806996"/>
              <a:gd name="connsiteX102" fmla="*/ 257508 w 4313957"/>
              <a:gd name="connsiteY102" fmla="*/ 1476009 h 3806996"/>
              <a:gd name="connsiteX103" fmla="*/ 270524 w 4313957"/>
              <a:gd name="connsiteY103" fmla="*/ 1396223 h 3806996"/>
              <a:gd name="connsiteX104" fmla="*/ 358380 w 4313957"/>
              <a:gd name="connsiteY104" fmla="*/ 1412506 h 3806996"/>
              <a:gd name="connsiteX105" fmla="*/ 377903 w 4313957"/>
              <a:gd name="connsiteY105" fmla="*/ 1388082 h 3806996"/>
              <a:gd name="connsiteX106" fmla="*/ 459252 w 4313957"/>
              <a:gd name="connsiteY106" fmla="*/ 1288757 h 3806996"/>
              <a:gd name="connsiteX107" fmla="*/ 386038 w 4313957"/>
              <a:gd name="connsiteY107" fmla="*/ 1215484 h 3806996"/>
              <a:gd name="connsiteX108" fmla="*/ 374650 w 4313957"/>
              <a:gd name="connsiteY108" fmla="*/ 1119415 h 3806996"/>
              <a:gd name="connsiteX109" fmla="*/ 442982 w 4313957"/>
              <a:gd name="connsiteY109" fmla="*/ 1137327 h 3806996"/>
              <a:gd name="connsiteX110" fmla="*/ 538973 w 4313957"/>
              <a:gd name="connsiteY110" fmla="*/ 1098248 h 3806996"/>
              <a:gd name="connsiteX111" fmla="*/ 578020 w 4313957"/>
              <a:gd name="connsiteY111" fmla="*/ 1078708 h 3806996"/>
              <a:gd name="connsiteX112" fmla="*/ 586155 w 4313957"/>
              <a:gd name="connsiteY112" fmla="*/ 1101504 h 3806996"/>
              <a:gd name="connsiteX113" fmla="*/ 670757 w 4313957"/>
              <a:gd name="connsiteY113" fmla="*/ 1072195 h 3806996"/>
              <a:gd name="connsiteX114" fmla="*/ 703296 w 4313957"/>
              <a:gd name="connsiteY114" fmla="*/ 1033117 h 3806996"/>
              <a:gd name="connsiteX115" fmla="*/ 698415 w 4313957"/>
              <a:gd name="connsiteY115" fmla="*/ 1008692 h 3806996"/>
              <a:gd name="connsiteX116" fmla="*/ 799287 w 4313957"/>
              <a:gd name="connsiteY116" fmla="*/ 948446 h 3806996"/>
              <a:gd name="connsiteX117" fmla="*/ 929444 w 4313957"/>
              <a:gd name="connsiteY117" fmla="*/ 925650 h 3806996"/>
              <a:gd name="connsiteX118" fmla="*/ 931071 w 4313957"/>
              <a:gd name="connsiteY118" fmla="*/ 925650 h 3806996"/>
              <a:gd name="connsiteX119" fmla="*/ 999403 w 4313957"/>
              <a:gd name="connsiteY119" fmla="*/ 850749 h 3806996"/>
              <a:gd name="connsiteX120" fmla="*/ 1149084 w 4313957"/>
              <a:gd name="connsiteY120" fmla="*/ 788875 h 3806996"/>
              <a:gd name="connsiteX121" fmla="*/ 1178369 w 4313957"/>
              <a:gd name="connsiteY121" fmla="*/ 783990 h 3806996"/>
              <a:gd name="connsiteX122" fmla="*/ 1650189 w 4313957"/>
              <a:gd name="connsiteY122" fmla="*/ 580455 h 3806996"/>
              <a:gd name="connsiteX123" fmla="*/ 1625784 w 4313957"/>
              <a:gd name="connsiteY123" fmla="*/ 569057 h 3806996"/>
              <a:gd name="connsiteX124" fmla="*/ 1555825 w 4313957"/>
              <a:gd name="connsiteY124" fmla="*/ 578827 h 3806996"/>
              <a:gd name="connsiteX125" fmla="*/ 1640427 w 4313957"/>
              <a:gd name="connsiteY125" fmla="*/ 538120 h 3806996"/>
              <a:gd name="connsiteX126" fmla="*/ 1853559 w 4313957"/>
              <a:gd name="connsiteY126" fmla="*/ 477873 h 3806996"/>
              <a:gd name="connsiteX127" fmla="*/ 1970700 w 4313957"/>
              <a:gd name="connsiteY127" fmla="*/ 429025 h 3806996"/>
              <a:gd name="connsiteX128" fmla="*/ 2053675 w 4313957"/>
              <a:gd name="connsiteY128" fmla="*/ 378548 h 3806996"/>
              <a:gd name="connsiteX129" fmla="*/ 2226134 w 4313957"/>
              <a:gd name="connsiteY129" fmla="*/ 355752 h 3806996"/>
              <a:gd name="connsiteX130" fmla="*/ 2375814 w 4313957"/>
              <a:gd name="connsiteY130" fmla="*/ 310161 h 3806996"/>
              <a:gd name="connsiteX131" fmla="*/ 2372560 w 4313957"/>
              <a:gd name="connsiteY131" fmla="*/ 310161 h 3806996"/>
              <a:gd name="connsiteX132" fmla="*/ 2667041 w 4313957"/>
              <a:gd name="connsiteY132" fmla="*/ 236888 h 3806996"/>
              <a:gd name="connsiteX133" fmla="*/ 2857395 w 4313957"/>
              <a:gd name="connsiteY133" fmla="*/ 171757 h 3806996"/>
              <a:gd name="connsiteX134" fmla="*/ 2863903 w 4313957"/>
              <a:gd name="connsiteY134" fmla="*/ 170129 h 3806996"/>
              <a:gd name="connsiteX135" fmla="*/ 2868784 w 4313957"/>
              <a:gd name="connsiteY135" fmla="*/ 171757 h 3806996"/>
              <a:gd name="connsiteX136" fmla="*/ 3106321 w 4313957"/>
              <a:gd name="connsiteY136" fmla="*/ 155474 h 3806996"/>
              <a:gd name="connsiteX137" fmla="*/ 3534212 w 4313957"/>
              <a:gd name="connsiteY137" fmla="*/ 31725 h 3806996"/>
              <a:gd name="connsiteX138" fmla="*/ 3693654 w 4313957"/>
              <a:gd name="connsiteY138" fmla="*/ 41495 h 3806996"/>
              <a:gd name="connsiteX139" fmla="*/ 3815677 w 4313957"/>
              <a:gd name="connsiteY139" fmla="*/ 49636 h 3806996"/>
              <a:gd name="connsiteX140" fmla="*/ 3931191 w 4313957"/>
              <a:gd name="connsiteY140" fmla="*/ 788 h 380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313957" h="3806996">
                <a:moveTo>
                  <a:pt x="3931191" y="788"/>
                </a:moveTo>
                <a:cubicBezTo>
                  <a:pt x="3973492" y="-7354"/>
                  <a:pt x="3984881" y="49636"/>
                  <a:pt x="4007658" y="78945"/>
                </a:cubicBezTo>
                <a:cubicBezTo>
                  <a:pt x="4014166" y="88715"/>
                  <a:pt x="4009285" y="106626"/>
                  <a:pt x="4009285" y="119652"/>
                </a:cubicBezTo>
                <a:cubicBezTo>
                  <a:pt x="4009285" y="119652"/>
                  <a:pt x="4010912" y="119652"/>
                  <a:pt x="4010912" y="119652"/>
                </a:cubicBezTo>
                <a:cubicBezTo>
                  <a:pt x="4043451" y="150589"/>
                  <a:pt x="4049959" y="181527"/>
                  <a:pt x="4017420" y="217349"/>
                </a:cubicBezTo>
                <a:cubicBezTo>
                  <a:pt x="4012539" y="253171"/>
                  <a:pt x="4041824" y="285736"/>
                  <a:pt x="4028809" y="323187"/>
                </a:cubicBezTo>
                <a:cubicBezTo>
                  <a:pt x="4030436" y="352496"/>
                  <a:pt x="4002777" y="365522"/>
                  <a:pt x="3996269" y="393203"/>
                </a:cubicBezTo>
                <a:cubicBezTo>
                  <a:pt x="3976746" y="415999"/>
                  <a:pt x="3994642" y="451821"/>
                  <a:pt x="3970238" y="474617"/>
                </a:cubicBezTo>
                <a:cubicBezTo>
                  <a:pt x="3965357" y="484386"/>
                  <a:pt x="3950714" y="494156"/>
                  <a:pt x="3950714" y="503926"/>
                </a:cubicBezTo>
                <a:cubicBezTo>
                  <a:pt x="3945833" y="630932"/>
                  <a:pt x="3887263" y="743283"/>
                  <a:pt x="3870993" y="867032"/>
                </a:cubicBezTo>
                <a:cubicBezTo>
                  <a:pt x="3856350" y="985897"/>
                  <a:pt x="3786391" y="1070567"/>
                  <a:pt x="3711551" y="1153609"/>
                </a:cubicBezTo>
                <a:cubicBezTo>
                  <a:pt x="3705043" y="1161751"/>
                  <a:pt x="3700162" y="1169892"/>
                  <a:pt x="3693654" y="1182918"/>
                </a:cubicBezTo>
                <a:cubicBezTo>
                  <a:pt x="3682266" y="1195945"/>
                  <a:pt x="3657861" y="1200829"/>
                  <a:pt x="3651353" y="1221997"/>
                </a:cubicBezTo>
                <a:cubicBezTo>
                  <a:pt x="3664369" y="1252934"/>
                  <a:pt x="3688773" y="1239908"/>
                  <a:pt x="3709924" y="1244793"/>
                </a:cubicBezTo>
                <a:cubicBezTo>
                  <a:pt x="3709924" y="1244793"/>
                  <a:pt x="3708297" y="1243165"/>
                  <a:pt x="3709924" y="1243165"/>
                </a:cubicBezTo>
                <a:cubicBezTo>
                  <a:pt x="3709924" y="1243165"/>
                  <a:pt x="3709924" y="1241536"/>
                  <a:pt x="3709924" y="1241536"/>
                </a:cubicBezTo>
                <a:cubicBezTo>
                  <a:pt x="3727821" y="1215484"/>
                  <a:pt x="3750598" y="1199201"/>
                  <a:pt x="3781510" y="1213856"/>
                </a:cubicBezTo>
                <a:cubicBezTo>
                  <a:pt x="3809169" y="1228510"/>
                  <a:pt x="3833573" y="1221997"/>
                  <a:pt x="3859604" y="1208971"/>
                </a:cubicBezTo>
                <a:cubicBezTo>
                  <a:pt x="3880755" y="1195945"/>
                  <a:pt x="3900278" y="1221997"/>
                  <a:pt x="3921429" y="1217112"/>
                </a:cubicBezTo>
                <a:cubicBezTo>
                  <a:pt x="3926310" y="1217112"/>
                  <a:pt x="3929564" y="1221997"/>
                  <a:pt x="3934445" y="1221997"/>
                </a:cubicBezTo>
                <a:cubicBezTo>
                  <a:pt x="3975119" y="1189431"/>
                  <a:pt x="4027182" y="1184547"/>
                  <a:pt x="4066229" y="1148724"/>
                </a:cubicBezTo>
                <a:cubicBezTo>
                  <a:pt x="4084125" y="1130813"/>
                  <a:pt x="4106903" y="1135698"/>
                  <a:pt x="4123172" y="1151981"/>
                </a:cubicBezTo>
                <a:cubicBezTo>
                  <a:pt x="4142696" y="1169892"/>
                  <a:pt x="4165473" y="1191060"/>
                  <a:pt x="4158966" y="1223625"/>
                </a:cubicBezTo>
                <a:cubicBezTo>
                  <a:pt x="4155712" y="1244793"/>
                  <a:pt x="4152458" y="1265961"/>
                  <a:pt x="4137815" y="1282243"/>
                </a:cubicBezTo>
                <a:cubicBezTo>
                  <a:pt x="4157339" y="1305039"/>
                  <a:pt x="4155712" y="1324579"/>
                  <a:pt x="4132934" y="1339233"/>
                </a:cubicBezTo>
                <a:cubicBezTo>
                  <a:pt x="4119918" y="1349003"/>
                  <a:pt x="4106903" y="1353888"/>
                  <a:pt x="4106903" y="1371799"/>
                </a:cubicBezTo>
                <a:cubicBezTo>
                  <a:pt x="4113411" y="1375055"/>
                  <a:pt x="4116665" y="1378312"/>
                  <a:pt x="4124799" y="1378312"/>
                </a:cubicBezTo>
                <a:cubicBezTo>
                  <a:pt x="4183370" y="1358773"/>
                  <a:pt x="4251703" y="1350631"/>
                  <a:pt x="4272853" y="1272474"/>
                </a:cubicBezTo>
                <a:cubicBezTo>
                  <a:pt x="4277734" y="1254563"/>
                  <a:pt x="4292377" y="1261076"/>
                  <a:pt x="4302138" y="1275730"/>
                </a:cubicBezTo>
                <a:cubicBezTo>
                  <a:pt x="4311900" y="1292013"/>
                  <a:pt x="4318408" y="1313181"/>
                  <a:pt x="4310273" y="1326207"/>
                </a:cubicBezTo>
                <a:cubicBezTo>
                  <a:pt x="4271226" y="1389710"/>
                  <a:pt x="4272853" y="1459726"/>
                  <a:pt x="4269599" y="1529742"/>
                </a:cubicBezTo>
                <a:cubicBezTo>
                  <a:pt x="4256583" y="1565564"/>
                  <a:pt x="4237060" y="1598130"/>
                  <a:pt x="4206148" y="1622554"/>
                </a:cubicBezTo>
                <a:cubicBezTo>
                  <a:pt x="4206148" y="1619297"/>
                  <a:pt x="4206148" y="1619297"/>
                  <a:pt x="4206148" y="1619297"/>
                </a:cubicBezTo>
                <a:cubicBezTo>
                  <a:pt x="4194759" y="1646978"/>
                  <a:pt x="4198013" y="1677915"/>
                  <a:pt x="4178489" y="1697455"/>
                </a:cubicBezTo>
                <a:cubicBezTo>
                  <a:pt x="4165473" y="1730020"/>
                  <a:pt x="4158966" y="1764214"/>
                  <a:pt x="4134561" y="1787010"/>
                </a:cubicBezTo>
                <a:cubicBezTo>
                  <a:pt x="4124799" y="1808178"/>
                  <a:pt x="4139442" y="1842372"/>
                  <a:pt x="4100395" y="1850513"/>
                </a:cubicBezTo>
                <a:cubicBezTo>
                  <a:pt x="4100395" y="1873309"/>
                  <a:pt x="4085752" y="1889592"/>
                  <a:pt x="4074364" y="1907503"/>
                </a:cubicBezTo>
                <a:cubicBezTo>
                  <a:pt x="4066229" y="1935183"/>
                  <a:pt x="4058094" y="1962864"/>
                  <a:pt x="4049959" y="1990545"/>
                </a:cubicBezTo>
                <a:cubicBezTo>
                  <a:pt x="4027182" y="2071959"/>
                  <a:pt x="4014166" y="2158258"/>
                  <a:pt x="3960476" y="2228274"/>
                </a:cubicBezTo>
                <a:cubicBezTo>
                  <a:pt x="3944206" y="2272237"/>
                  <a:pt x="3940953" y="2319457"/>
                  <a:pt x="3916548" y="2360164"/>
                </a:cubicBezTo>
                <a:cubicBezTo>
                  <a:pt x="3908413" y="2374819"/>
                  <a:pt x="3900278" y="2384589"/>
                  <a:pt x="3885636" y="2391102"/>
                </a:cubicBezTo>
                <a:cubicBezTo>
                  <a:pt x="3870993" y="2415526"/>
                  <a:pt x="3856350" y="2438322"/>
                  <a:pt x="3841708" y="2461118"/>
                </a:cubicBezTo>
                <a:cubicBezTo>
                  <a:pt x="3791272" y="2492055"/>
                  <a:pt x="3739209" y="2492055"/>
                  <a:pt x="3685520" y="2472516"/>
                </a:cubicBezTo>
                <a:cubicBezTo>
                  <a:pt x="3638338" y="2472516"/>
                  <a:pt x="3591156" y="2472516"/>
                  <a:pt x="3543974" y="2479029"/>
                </a:cubicBezTo>
                <a:cubicBezTo>
                  <a:pt x="3501673" y="2485542"/>
                  <a:pt x="3456118" y="2501825"/>
                  <a:pt x="3417071" y="2508338"/>
                </a:cubicBezTo>
                <a:cubicBezTo>
                  <a:pt x="3417071" y="2506710"/>
                  <a:pt x="3417071" y="2506710"/>
                  <a:pt x="3417071" y="2506710"/>
                </a:cubicBezTo>
                <a:cubicBezTo>
                  <a:pt x="3234851" y="2545788"/>
                  <a:pt x="3055885" y="2597893"/>
                  <a:pt x="2880173" y="2658140"/>
                </a:cubicBezTo>
                <a:cubicBezTo>
                  <a:pt x="2725611" y="2713501"/>
                  <a:pt x="2571050" y="2772119"/>
                  <a:pt x="2418115" y="2830737"/>
                </a:cubicBezTo>
                <a:cubicBezTo>
                  <a:pt x="2219626" y="2907266"/>
                  <a:pt x="2026017" y="2988680"/>
                  <a:pt x="1838916" y="3088005"/>
                </a:cubicBezTo>
                <a:cubicBezTo>
                  <a:pt x="1738045" y="3141738"/>
                  <a:pt x="1633919" y="3193843"/>
                  <a:pt x="1536301" y="3254090"/>
                </a:cubicBezTo>
                <a:cubicBezTo>
                  <a:pt x="1490746" y="3281771"/>
                  <a:pt x="1448445" y="3312708"/>
                  <a:pt x="1404517" y="3340389"/>
                </a:cubicBezTo>
                <a:cubicBezTo>
                  <a:pt x="1328050" y="3392494"/>
                  <a:pt x="1253210" y="3442970"/>
                  <a:pt x="1178369" y="3495075"/>
                </a:cubicBezTo>
                <a:cubicBezTo>
                  <a:pt x="1101902" y="3547180"/>
                  <a:pt x="1025435" y="3612311"/>
                  <a:pt x="948968" y="3669301"/>
                </a:cubicBezTo>
                <a:cubicBezTo>
                  <a:pt x="940833" y="3677442"/>
                  <a:pt x="929444" y="3680699"/>
                  <a:pt x="919682" y="3685584"/>
                </a:cubicBezTo>
                <a:cubicBezTo>
                  <a:pt x="852977" y="3736061"/>
                  <a:pt x="781390" y="3776768"/>
                  <a:pt x="700042" y="3799563"/>
                </a:cubicBezTo>
                <a:cubicBezTo>
                  <a:pt x="636591" y="3815846"/>
                  <a:pt x="579647" y="3799563"/>
                  <a:pt x="508061" y="3804448"/>
                </a:cubicBezTo>
                <a:cubicBezTo>
                  <a:pt x="475521" y="3788165"/>
                  <a:pt x="438101" y="3775139"/>
                  <a:pt x="457625" y="3726291"/>
                </a:cubicBezTo>
                <a:cubicBezTo>
                  <a:pt x="464133" y="3711636"/>
                  <a:pt x="459252" y="3710008"/>
                  <a:pt x="408816" y="3690469"/>
                </a:cubicBezTo>
                <a:cubicBezTo>
                  <a:pt x="473894" y="3685584"/>
                  <a:pt x="488537" y="3643249"/>
                  <a:pt x="495045" y="3599285"/>
                </a:cubicBezTo>
                <a:cubicBezTo>
                  <a:pt x="469013" y="3605798"/>
                  <a:pt x="447863" y="3610683"/>
                  <a:pt x="423458" y="3617196"/>
                </a:cubicBezTo>
                <a:cubicBezTo>
                  <a:pt x="472267" y="3599285"/>
                  <a:pt x="429966" y="3530897"/>
                  <a:pt x="482029" y="3516243"/>
                </a:cubicBezTo>
                <a:cubicBezTo>
                  <a:pt x="442982" y="3464138"/>
                  <a:pt x="504807" y="3482049"/>
                  <a:pt x="516195" y="3469023"/>
                </a:cubicBezTo>
                <a:cubicBezTo>
                  <a:pt x="537346" y="3455996"/>
                  <a:pt x="563377" y="3446227"/>
                  <a:pt x="563377" y="3413661"/>
                </a:cubicBezTo>
                <a:cubicBezTo>
                  <a:pt x="563377" y="3413661"/>
                  <a:pt x="565004" y="3413661"/>
                  <a:pt x="565004" y="3413661"/>
                </a:cubicBezTo>
                <a:cubicBezTo>
                  <a:pt x="488537" y="3387609"/>
                  <a:pt x="473894" y="3358300"/>
                  <a:pt x="506434" y="3314336"/>
                </a:cubicBezTo>
                <a:cubicBezTo>
                  <a:pt x="525957" y="3301310"/>
                  <a:pt x="547108" y="3289912"/>
                  <a:pt x="566631" y="3278514"/>
                </a:cubicBezTo>
                <a:cubicBezTo>
                  <a:pt x="599170" y="3249205"/>
                  <a:pt x="638218" y="3228037"/>
                  <a:pt x="659368" y="3182445"/>
                </a:cubicBezTo>
                <a:cubicBezTo>
                  <a:pt x="660995" y="3182445"/>
                  <a:pt x="660995" y="3182445"/>
                  <a:pt x="660995" y="3182445"/>
                </a:cubicBezTo>
                <a:cubicBezTo>
                  <a:pt x="649606" y="3175932"/>
                  <a:pt x="638218" y="3180817"/>
                  <a:pt x="615440" y="3179189"/>
                </a:cubicBezTo>
                <a:cubicBezTo>
                  <a:pt x="682146" y="3131969"/>
                  <a:pt x="758613" y="3120571"/>
                  <a:pt x="800914" y="3055440"/>
                </a:cubicBezTo>
                <a:cubicBezTo>
                  <a:pt x="797660" y="3053811"/>
                  <a:pt x="794406" y="3050555"/>
                  <a:pt x="791152" y="3047298"/>
                </a:cubicBezTo>
                <a:cubicBezTo>
                  <a:pt x="770002" y="3037529"/>
                  <a:pt x="730954" y="3073351"/>
                  <a:pt x="726074" y="3026131"/>
                </a:cubicBezTo>
                <a:cubicBezTo>
                  <a:pt x="722820" y="2991937"/>
                  <a:pt x="755359" y="2977282"/>
                  <a:pt x="778136" y="2964256"/>
                </a:cubicBezTo>
                <a:cubicBezTo>
                  <a:pt x="861112" y="2913779"/>
                  <a:pt x="932698" y="2851905"/>
                  <a:pt x="1001030" y="2783517"/>
                </a:cubicBezTo>
                <a:cubicBezTo>
                  <a:pt x="997776" y="2754208"/>
                  <a:pt x="1010792" y="2731412"/>
                  <a:pt x="1030316" y="2711873"/>
                </a:cubicBezTo>
                <a:cubicBezTo>
                  <a:pt x="1038451" y="2703731"/>
                  <a:pt x="1044958" y="2690705"/>
                  <a:pt x="1038451" y="2680935"/>
                </a:cubicBezTo>
                <a:cubicBezTo>
                  <a:pt x="1030316" y="2666281"/>
                  <a:pt x="1015673" y="2672794"/>
                  <a:pt x="1007538" y="2677679"/>
                </a:cubicBezTo>
                <a:cubicBezTo>
                  <a:pt x="981507" y="2695590"/>
                  <a:pt x="955475" y="2677679"/>
                  <a:pt x="929444" y="2677679"/>
                </a:cubicBezTo>
                <a:cubicBezTo>
                  <a:pt x="846469" y="2734669"/>
                  <a:pt x="770002" y="2803056"/>
                  <a:pt x="678892" y="2850276"/>
                </a:cubicBezTo>
                <a:cubicBezTo>
                  <a:pt x="662622" y="2860046"/>
                  <a:pt x="646352" y="2868188"/>
                  <a:pt x="628456" y="2871444"/>
                </a:cubicBezTo>
                <a:cubicBezTo>
                  <a:pt x="687026" y="2811198"/>
                  <a:pt x="763494" y="2770491"/>
                  <a:pt x="825318" y="2716758"/>
                </a:cubicBezTo>
                <a:cubicBezTo>
                  <a:pt x="885516" y="2666281"/>
                  <a:pt x="981507" y="2635344"/>
                  <a:pt x="989642" y="2534390"/>
                </a:cubicBezTo>
                <a:cubicBezTo>
                  <a:pt x="1009165" y="2501825"/>
                  <a:pt x="1017300" y="2470887"/>
                  <a:pt x="976626" y="2444835"/>
                </a:cubicBezTo>
                <a:cubicBezTo>
                  <a:pt x="965237" y="2438322"/>
                  <a:pt x="955475" y="2422039"/>
                  <a:pt x="958729" y="2405756"/>
                </a:cubicBezTo>
                <a:cubicBezTo>
                  <a:pt x="958729" y="2405756"/>
                  <a:pt x="958729" y="2404128"/>
                  <a:pt x="958729" y="2404128"/>
                </a:cubicBezTo>
                <a:cubicBezTo>
                  <a:pt x="957102" y="2404128"/>
                  <a:pt x="953848" y="2400871"/>
                  <a:pt x="952221" y="2400871"/>
                </a:cubicBezTo>
                <a:cubicBezTo>
                  <a:pt x="953848" y="2400871"/>
                  <a:pt x="953848" y="2400871"/>
                  <a:pt x="953848" y="2400871"/>
                </a:cubicBezTo>
                <a:cubicBezTo>
                  <a:pt x="903413" y="2365049"/>
                  <a:pt x="862738" y="2314573"/>
                  <a:pt x="826945" y="2259211"/>
                </a:cubicBezTo>
                <a:cubicBezTo>
                  <a:pt x="787898" y="2197336"/>
                  <a:pt x="706550" y="2185939"/>
                  <a:pt x="647979" y="2145232"/>
                </a:cubicBezTo>
                <a:cubicBezTo>
                  <a:pt x="607305" y="2117551"/>
                  <a:pt x="568258" y="2089870"/>
                  <a:pt x="542227" y="2045906"/>
                </a:cubicBezTo>
                <a:cubicBezTo>
                  <a:pt x="519449" y="2005200"/>
                  <a:pt x="467386" y="1993802"/>
                  <a:pt x="441355" y="1953095"/>
                </a:cubicBezTo>
                <a:cubicBezTo>
                  <a:pt x="433220" y="1940068"/>
                  <a:pt x="421831" y="1928670"/>
                  <a:pt x="412070" y="1917272"/>
                </a:cubicBezTo>
                <a:cubicBezTo>
                  <a:pt x="395800" y="1909131"/>
                  <a:pt x="382784" y="1900990"/>
                  <a:pt x="377903" y="1881450"/>
                </a:cubicBezTo>
                <a:cubicBezTo>
                  <a:pt x="373023" y="1874937"/>
                  <a:pt x="366515" y="1868424"/>
                  <a:pt x="361634" y="1860283"/>
                </a:cubicBezTo>
                <a:cubicBezTo>
                  <a:pt x="314452" y="1871681"/>
                  <a:pt x="280286" y="1840743"/>
                  <a:pt x="242866" y="1824460"/>
                </a:cubicBezTo>
                <a:cubicBezTo>
                  <a:pt x="195684" y="1803293"/>
                  <a:pt x="148502" y="1795151"/>
                  <a:pt x="94812" y="1796780"/>
                </a:cubicBezTo>
                <a:cubicBezTo>
                  <a:pt x="50884" y="1798408"/>
                  <a:pt x="5329" y="1788638"/>
                  <a:pt x="448" y="1725135"/>
                </a:cubicBezTo>
                <a:cubicBezTo>
                  <a:pt x="-2806" y="1687685"/>
                  <a:pt x="11837" y="1660004"/>
                  <a:pt x="39495" y="1673030"/>
                </a:cubicBezTo>
                <a:cubicBezTo>
                  <a:pt x="89931" y="1694198"/>
                  <a:pt x="117590" y="1650235"/>
                  <a:pt x="156637" y="1646978"/>
                </a:cubicBezTo>
                <a:cubicBezTo>
                  <a:pt x="163144" y="1617669"/>
                  <a:pt x="189176" y="1617669"/>
                  <a:pt x="211953" y="1611156"/>
                </a:cubicBezTo>
                <a:cubicBezTo>
                  <a:pt x="224969" y="1586732"/>
                  <a:pt x="229850" y="1557423"/>
                  <a:pt x="267270" y="1562307"/>
                </a:cubicBezTo>
                <a:cubicBezTo>
                  <a:pt x="265643" y="1560679"/>
                  <a:pt x="265643" y="1560679"/>
                  <a:pt x="265643" y="1560679"/>
                </a:cubicBezTo>
                <a:cubicBezTo>
                  <a:pt x="268897" y="1534627"/>
                  <a:pt x="237985" y="1508574"/>
                  <a:pt x="257508" y="1476009"/>
                </a:cubicBezTo>
                <a:cubicBezTo>
                  <a:pt x="257508" y="1449956"/>
                  <a:pt x="255881" y="1422275"/>
                  <a:pt x="270524" y="1396223"/>
                </a:cubicBezTo>
                <a:cubicBezTo>
                  <a:pt x="303063" y="1373427"/>
                  <a:pt x="325841" y="1412506"/>
                  <a:pt x="358380" y="1412506"/>
                </a:cubicBezTo>
                <a:cubicBezTo>
                  <a:pt x="364888" y="1404364"/>
                  <a:pt x="369769" y="1396223"/>
                  <a:pt x="377903" y="1388082"/>
                </a:cubicBezTo>
                <a:cubicBezTo>
                  <a:pt x="402308" y="1350631"/>
                  <a:pt x="446236" y="1334348"/>
                  <a:pt x="459252" y="1288757"/>
                </a:cubicBezTo>
                <a:cubicBezTo>
                  <a:pt x="434847" y="1264332"/>
                  <a:pt x="403935" y="1244793"/>
                  <a:pt x="386038" y="1215484"/>
                </a:cubicBezTo>
                <a:cubicBezTo>
                  <a:pt x="368142" y="1187803"/>
                  <a:pt x="345364" y="1150353"/>
                  <a:pt x="374650" y="1119415"/>
                </a:cubicBezTo>
                <a:cubicBezTo>
                  <a:pt x="400681" y="1091735"/>
                  <a:pt x="420205" y="1124300"/>
                  <a:pt x="442982" y="1137327"/>
                </a:cubicBezTo>
                <a:cubicBezTo>
                  <a:pt x="478775" y="1130813"/>
                  <a:pt x="496672" y="1078708"/>
                  <a:pt x="538973" y="1098248"/>
                </a:cubicBezTo>
                <a:cubicBezTo>
                  <a:pt x="551989" y="1091735"/>
                  <a:pt x="565004" y="1081965"/>
                  <a:pt x="578020" y="1078708"/>
                </a:cubicBezTo>
                <a:cubicBezTo>
                  <a:pt x="604051" y="1073824"/>
                  <a:pt x="586155" y="1093363"/>
                  <a:pt x="586155" y="1101504"/>
                </a:cubicBezTo>
                <a:cubicBezTo>
                  <a:pt x="618694" y="1094991"/>
                  <a:pt x="643098" y="1078708"/>
                  <a:pt x="670757" y="1072195"/>
                </a:cubicBezTo>
                <a:cubicBezTo>
                  <a:pt x="677265" y="1059169"/>
                  <a:pt x="690280" y="1049399"/>
                  <a:pt x="703296" y="1033117"/>
                </a:cubicBezTo>
                <a:cubicBezTo>
                  <a:pt x="677265" y="1024975"/>
                  <a:pt x="683773" y="1016834"/>
                  <a:pt x="698415" y="1008692"/>
                </a:cubicBezTo>
                <a:cubicBezTo>
                  <a:pt x="734208" y="987525"/>
                  <a:pt x="763494" y="967985"/>
                  <a:pt x="799287" y="948446"/>
                </a:cubicBezTo>
                <a:cubicBezTo>
                  <a:pt x="841588" y="933792"/>
                  <a:pt x="882262" y="914252"/>
                  <a:pt x="929444" y="925650"/>
                </a:cubicBezTo>
                <a:cubicBezTo>
                  <a:pt x="931071" y="925650"/>
                  <a:pt x="931071" y="925650"/>
                  <a:pt x="931071" y="925650"/>
                </a:cubicBezTo>
                <a:cubicBezTo>
                  <a:pt x="929444" y="878430"/>
                  <a:pt x="966864" y="854006"/>
                  <a:pt x="999403" y="850749"/>
                </a:cubicBezTo>
                <a:cubicBezTo>
                  <a:pt x="1057974" y="844236"/>
                  <a:pt x="1098648" y="808414"/>
                  <a:pt x="1149084" y="788875"/>
                </a:cubicBezTo>
                <a:cubicBezTo>
                  <a:pt x="1158846" y="785618"/>
                  <a:pt x="1168608" y="785618"/>
                  <a:pt x="1178369" y="783990"/>
                </a:cubicBezTo>
                <a:cubicBezTo>
                  <a:pt x="1334558" y="715602"/>
                  <a:pt x="1492373" y="647214"/>
                  <a:pt x="1650189" y="580455"/>
                </a:cubicBezTo>
                <a:cubicBezTo>
                  <a:pt x="1642054" y="575570"/>
                  <a:pt x="1633919" y="572314"/>
                  <a:pt x="1625784" y="569057"/>
                </a:cubicBezTo>
                <a:cubicBezTo>
                  <a:pt x="1603007" y="572314"/>
                  <a:pt x="1581856" y="575570"/>
                  <a:pt x="1555825" y="578827"/>
                </a:cubicBezTo>
                <a:cubicBezTo>
                  <a:pt x="1570467" y="529978"/>
                  <a:pt x="1609515" y="544633"/>
                  <a:pt x="1640427" y="538120"/>
                </a:cubicBezTo>
                <a:cubicBezTo>
                  <a:pt x="1707132" y="502298"/>
                  <a:pt x="1781973" y="494156"/>
                  <a:pt x="1853559" y="477873"/>
                </a:cubicBezTo>
                <a:cubicBezTo>
                  <a:pt x="1887725" y="450193"/>
                  <a:pt x="1928399" y="430653"/>
                  <a:pt x="1970700" y="429025"/>
                </a:cubicBezTo>
                <a:cubicBezTo>
                  <a:pt x="2011374" y="427397"/>
                  <a:pt x="2021136" y="386690"/>
                  <a:pt x="2053675" y="378548"/>
                </a:cubicBezTo>
                <a:cubicBezTo>
                  <a:pt x="2108992" y="363894"/>
                  <a:pt x="2161055" y="332957"/>
                  <a:pt x="2226134" y="355752"/>
                </a:cubicBezTo>
                <a:cubicBezTo>
                  <a:pt x="2278196" y="337841"/>
                  <a:pt x="2322124" y="318302"/>
                  <a:pt x="2375814" y="310161"/>
                </a:cubicBezTo>
                <a:cubicBezTo>
                  <a:pt x="2375814" y="310161"/>
                  <a:pt x="2372560" y="310161"/>
                  <a:pt x="2372560" y="310161"/>
                </a:cubicBezTo>
                <a:cubicBezTo>
                  <a:pt x="2458789" y="238516"/>
                  <a:pt x="2561288" y="230375"/>
                  <a:pt x="2667041" y="236888"/>
                </a:cubicBezTo>
                <a:cubicBezTo>
                  <a:pt x="2725611" y="197809"/>
                  <a:pt x="2792317" y="186411"/>
                  <a:pt x="2857395" y="171757"/>
                </a:cubicBezTo>
                <a:cubicBezTo>
                  <a:pt x="2863903" y="170129"/>
                  <a:pt x="2863903" y="170129"/>
                  <a:pt x="2863903" y="170129"/>
                </a:cubicBezTo>
                <a:cubicBezTo>
                  <a:pt x="2868784" y="171757"/>
                  <a:pt x="2868784" y="171757"/>
                  <a:pt x="2868784" y="171757"/>
                </a:cubicBezTo>
                <a:cubicBezTo>
                  <a:pt x="2946878" y="145704"/>
                  <a:pt x="3026599" y="152218"/>
                  <a:pt x="3106321" y="155474"/>
                </a:cubicBezTo>
                <a:cubicBezTo>
                  <a:pt x="3247866" y="114767"/>
                  <a:pt x="3391039" y="70804"/>
                  <a:pt x="3534212" y="31725"/>
                </a:cubicBezTo>
                <a:cubicBezTo>
                  <a:pt x="3586275" y="17070"/>
                  <a:pt x="3639965" y="18699"/>
                  <a:pt x="3693654" y="41495"/>
                </a:cubicBezTo>
                <a:cubicBezTo>
                  <a:pt x="3732702" y="56149"/>
                  <a:pt x="3773376" y="59406"/>
                  <a:pt x="3815677" y="49636"/>
                </a:cubicBezTo>
                <a:cubicBezTo>
                  <a:pt x="3848216" y="18699"/>
                  <a:pt x="3893771" y="8929"/>
                  <a:pt x="3931191" y="788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080005" y="1441801"/>
            <a:ext cx="3772545" cy="81868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2800"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80000" y="3237531"/>
            <a:ext cx="3083858" cy="400110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chemeClr val="bg2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7136358" y="4737567"/>
            <a:ext cx="1726825" cy="138499"/>
          </a:xfrm>
        </p:spPr>
        <p:txBody>
          <a:bodyPr wrap="square">
            <a:spAutoFit/>
          </a:bodyPr>
          <a:lstStyle>
            <a:lvl1pPr algn="r">
              <a:defRPr sz="900" cap="all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MENTION À REMPLIR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083" y="441436"/>
            <a:ext cx="1767600" cy="45584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083" y="4730683"/>
            <a:ext cx="1058400" cy="15194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2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: forme 18"/>
          <p:cNvSpPr>
            <a:spLocks noGrp="1"/>
          </p:cNvSpPr>
          <p:nvPr>
            <p:ph type="pic" sz="quarter" idx="12"/>
          </p:nvPr>
        </p:nvSpPr>
        <p:spPr>
          <a:xfrm>
            <a:off x="5299200" y="1259999"/>
            <a:ext cx="3583980" cy="3165007"/>
          </a:xfrm>
          <a:custGeom>
            <a:avLst/>
            <a:gdLst>
              <a:gd name="connsiteX0" fmla="*/ 3931191 w 4313957"/>
              <a:gd name="connsiteY0" fmla="*/ 788 h 3806996"/>
              <a:gd name="connsiteX1" fmla="*/ 4007658 w 4313957"/>
              <a:gd name="connsiteY1" fmla="*/ 78945 h 3806996"/>
              <a:gd name="connsiteX2" fmla="*/ 4009285 w 4313957"/>
              <a:gd name="connsiteY2" fmla="*/ 119652 h 3806996"/>
              <a:gd name="connsiteX3" fmla="*/ 4010912 w 4313957"/>
              <a:gd name="connsiteY3" fmla="*/ 119652 h 3806996"/>
              <a:gd name="connsiteX4" fmla="*/ 4017420 w 4313957"/>
              <a:gd name="connsiteY4" fmla="*/ 217349 h 3806996"/>
              <a:gd name="connsiteX5" fmla="*/ 4028809 w 4313957"/>
              <a:gd name="connsiteY5" fmla="*/ 323187 h 3806996"/>
              <a:gd name="connsiteX6" fmla="*/ 3996269 w 4313957"/>
              <a:gd name="connsiteY6" fmla="*/ 393203 h 3806996"/>
              <a:gd name="connsiteX7" fmla="*/ 3970238 w 4313957"/>
              <a:gd name="connsiteY7" fmla="*/ 474617 h 3806996"/>
              <a:gd name="connsiteX8" fmla="*/ 3950714 w 4313957"/>
              <a:gd name="connsiteY8" fmla="*/ 503926 h 3806996"/>
              <a:gd name="connsiteX9" fmla="*/ 3870993 w 4313957"/>
              <a:gd name="connsiteY9" fmla="*/ 867032 h 3806996"/>
              <a:gd name="connsiteX10" fmla="*/ 3711551 w 4313957"/>
              <a:gd name="connsiteY10" fmla="*/ 1153609 h 3806996"/>
              <a:gd name="connsiteX11" fmla="*/ 3693654 w 4313957"/>
              <a:gd name="connsiteY11" fmla="*/ 1182918 h 3806996"/>
              <a:gd name="connsiteX12" fmla="*/ 3651353 w 4313957"/>
              <a:gd name="connsiteY12" fmla="*/ 1221997 h 3806996"/>
              <a:gd name="connsiteX13" fmla="*/ 3709924 w 4313957"/>
              <a:gd name="connsiteY13" fmla="*/ 1244793 h 3806996"/>
              <a:gd name="connsiteX14" fmla="*/ 3709924 w 4313957"/>
              <a:gd name="connsiteY14" fmla="*/ 1243165 h 3806996"/>
              <a:gd name="connsiteX15" fmla="*/ 3709924 w 4313957"/>
              <a:gd name="connsiteY15" fmla="*/ 1241536 h 3806996"/>
              <a:gd name="connsiteX16" fmla="*/ 3781510 w 4313957"/>
              <a:gd name="connsiteY16" fmla="*/ 1213856 h 3806996"/>
              <a:gd name="connsiteX17" fmla="*/ 3859604 w 4313957"/>
              <a:gd name="connsiteY17" fmla="*/ 1208971 h 3806996"/>
              <a:gd name="connsiteX18" fmla="*/ 3921429 w 4313957"/>
              <a:gd name="connsiteY18" fmla="*/ 1217112 h 3806996"/>
              <a:gd name="connsiteX19" fmla="*/ 3934445 w 4313957"/>
              <a:gd name="connsiteY19" fmla="*/ 1221997 h 3806996"/>
              <a:gd name="connsiteX20" fmla="*/ 4066229 w 4313957"/>
              <a:gd name="connsiteY20" fmla="*/ 1148724 h 3806996"/>
              <a:gd name="connsiteX21" fmla="*/ 4123172 w 4313957"/>
              <a:gd name="connsiteY21" fmla="*/ 1151981 h 3806996"/>
              <a:gd name="connsiteX22" fmla="*/ 4158966 w 4313957"/>
              <a:gd name="connsiteY22" fmla="*/ 1223625 h 3806996"/>
              <a:gd name="connsiteX23" fmla="*/ 4137815 w 4313957"/>
              <a:gd name="connsiteY23" fmla="*/ 1282243 h 3806996"/>
              <a:gd name="connsiteX24" fmla="*/ 4132934 w 4313957"/>
              <a:gd name="connsiteY24" fmla="*/ 1339233 h 3806996"/>
              <a:gd name="connsiteX25" fmla="*/ 4106903 w 4313957"/>
              <a:gd name="connsiteY25" fmla="*/ 1371799 h 3806996"/>
              <a:gd name="connsiteX26" fmla="*/ 4124799 w 4313957"/>
              <a:gd name="connsiteY26" fmla="*/ 1378312 h 3806996"/>
              <a:gd name="connsiteX27" fmla="*/ 4272853 w 4313957"/>
              <a:gd name="connsiteY27" fmla="*/ 1272474 h 3806996"/>
              <a:gd name="connsiteX28" fmla="*/ 4302138 w 4313957"/>
              <a:gd name="connsiteY28" fmla="*/ 1275730 h 3806996"/>
              <a:gd name="connsiteX29" fmla="*/ 4310273 w 4313957"/>
              <a:gd name="connsiteY29" fmla="*/ 1326207 h 3806996"/>
              <a:gd name="connsiteX30" fmla="*/ 4269599 w 4313957"/>
              <a:gd name="connsiteY30" fmla="*/ 1529742 h 3806996"/>
              <a:gd name="connsiteX31" fmla="*/ 4206148 w 4313957"/>
              <a:gd name="connsiteY31" fmla="*/ 1622554 h 3806996"/>
              <a:gd name="connsiteX32" fmla="*/ 4206148 w 4313957"/>
              <a:gd name="connsiteY32" fmla="*/ 1619297 h 3806996"/>
              <a:gd name="connsiteX33" fmla="*/ 4178489 w 4313957"/>
              <a:gd name="connsiteY33" fmla="*/ 1697455 h 3806996"/>
              <a:gd name="connsiteX34" fmla="*/ 4134561 w 4313957"/>
              <a:gd name="connsiteY34" fmla="*/ 1787010 h 3806996"/>
              <a:gd name="connsiteX35" fmla="*/ 4100395 w 4313957"/>
              <a:gd name="connsiteY35" fmla="*/ 1850513 h 3806996"/>
              <a:gd name="connsiteX36" fmla="*/ 4074364 w 4313957"/>
              <a:gd name="connsiteY36" fmla="*/ 1907503 h 3806996"/>
              <a:gd name="connsiteX37" fmla="*/ 4049959 w 4313957"/>
              <a:gd name="connsiteY37" fmla="*/ 1990545 h 3806996"/>
              <a:gd name="connsiteX38" fmla="*/ 3960476 w 4313957"/>
              <a:gd name="connsiteY38" fmla="*/ 2228274 h 3806996"/>
              <a:gd name="connsiteX39" fmla="*/ 3916548 w 4313957"/>
              <a:gd name="connsiteY39" fmla="*/ 2360164 h 3806996"/>
              <a:gd name="connsiteX40" fmla="*/ 3885636 w 4313957"/>
              <a:gd name="connsiteY40" fmla="*/ 2391102 h 3806996"/>
              <a:gd name="connsiteX41" fmla="*/ 3841708 w 4313957"/>
              <a:gd name="connsiteY41" fmla="*/ 2461118 h 3806996"/>
              <a:gd name="connsiteX42" fmla="*/ 3685520 w 4313957"/>
              <a:gd name="connsiteY42" fmla="*/ 2472516 h 3806996"/>
              <a:gd name="connsiteX43" fmla="*/ 3543974 w 4313957"/>
              <a:gd name="connsiteY43" fmla="*/ 2479029 h 3806996"/>
              <a:gd name="connsiteX44" fmla="*/ 3417071 w 4313957"/>
              <a:gd name="connsiteY44" fmla="*/ 2508338 h 3806996"/>
              <a:gd name="connsiteX45" fmla="*/ 3417071 w 4313957"/>
              <a:gd name="connsiteY45" fmla="*/ 2506710 h 3806996"/>
              <a:gd name="connsiteX46" fmla="*/ 2880173 w 4313957"/>
              <a:gd name="connsiteY46" fmla="*/ 2658140 h 3806996"/>
              <a:gd name="connsiteX47" fmla="*/ 2418115 w 4313957"/>
              <a:gd name="connsiteY47" fmla="*/ 2830737 h 3806996"/>
              <a:gd name="connsiteX48" fmla="*/ 1838916 w 4313957"/>
              <a:gd name="connsiteY48" fmla="*/ 3088005 h 3806996"/>
              <a:gd name="connsiteX49" fmla="*/ 1536301 w 4313957"/>
              <a:gd name="connsiteY49" fmla="*/ 3254090 h 3806996"/>
              <a:gd name="connsiteX50" fmla="*/ 1404517 w 4313957"/>
              <a:gd name="connsiteY50" fmla="*/ 3340389 h 3806996"/>
              <a:gd name="connsiteX51" fmla="*/ 1178369 w 4313957"/>
              <a:gd name="connsiteY51" fmla="*/ 3495075 h 3806996"/>
              <a:gd name="connsiteX52" fmla="*/ 948968 w 4313957"/>
              <a:gd name="connsiteY52" fmla="*/ 3669301 h 3806996"/>
              <a:gd name="connsiteX53" fmla="*/ 919682 w 4313957"/>
              <a:gd name="connsiteY53" fmla="*/ 3685584 h 3806996"/>
              <a:gd name="connsiteX54" fmla="*/ 700042 w 4313957"/>
              <a:gd name="connsiteY54" fmla="*/ 3799563 h 3806996"/>
              <a:gd name="connsiteX55" fmla="*/ 508061 w 4313957"/>
              <a:gd name="connsiteY55" fmla="*/ 3804448 h 3806996"/>
              <a:gd name="connsiteX56" fmla="*/ 457625 w 4313957"/>
              <a:gd name="connsiteY56" fmla="*/ 3726291 h 3806996"/>
              <a:gd name="connsiteX57" fmla="*/ 408816 w 4313957"/>
              <a:gd name="connsiteY57" fmla="*/ 3690469 h 3806996"/>
              <a:gd name="connsiteX58" fmla="*/ 495045 w 4313957"/>
              <a:gd name="connsiteY58" fmla="*/ 3599285 h 3806996"/>
              <a:gd name="connsiteX59" fmla="*/ 423458 w 4313957"/>
              <a:gd name="connsiteY59" fmla="*/ 3617196 h 3806996"/>
              <a:gd name="connsiteX60" fmla="*/ 482029 w 4313957"/>
              <a:gd name="connsiteY60" fmla="*/ 3516243 h 3806996"/>
              <a:gd name="connsiteX61" fmla="*/ 516195 w 4313957"/>
              <a:gd name="connsiteY61" fmla="*/ 3469023 h 3806996"/>
              <a:gd name="connsiteX62" fmla="*/ 563377 w 4313957"/>
              <a:gd name="connsiteY62" fmla="*/ 3413661 h 3806996"/>
              <a:gd name="connsiteX63" fmla="*/ 565004 w 4313957"/>
              <a:gd name="connsiteY63" fmla="*/ 3413661 h 3806996"/>
              <a:gd name="connsiteX64" fmla="*/ 506434 w 4313957"/>
              <a:gd name="connsiteY64" fmla="*/ 3314336 h 3806996"/>
              <a:gd name="connsiteX65" fmla="*/ 566631 w 4313957"/>
              <a:gd name="connsiteY65" fmla="*/ 3278514 h 3806996"/>
              <a:gd name="connsiteX66" fmla="*/ 659368 w 4313957"/>
              <a:gd name="connsiteY66" fmla="*/ 3182445 h 3806996"/>
              <a:gd name="connsiteX67" fmla="*/ 660995 w 4313957"/>
              <a:gd name="connsiteY67" fmla="*/ 3182445 h 3806996"/>
              <a:gd name="connsiteX68" fmla="*/ 615440 w 4313957"/>
              <a:gd name="connsiteY68" fmla="*/ 3179189 h 3806996"/>
              <a:gd name="connsiteX69" fmla="*/ 800914 w 4313957"/>
              <a:gd name="connsiteY69" fmla="*/ 3055440 h 3806996"/>
              <a:gd name="connsiteX70" fmla="*/ 791152 w 4313957"/>
              <a:gd name="connsiteY70" fmla="*/ 3047298 h 3806996"/>
              <a:gd name="connsiteX71" fmla="*/ 726074 w 4313957"/>
              <a:gd name="connsiteY71" fmla="*/ 3026131 h 3806996"/>
              <a:gd name="connsiteX72" fmla="*/ 778136 w 4313957"/>
              <a:gd name="connsiteY72" fmla="*/ 2964256 h 3806996"/>
              <a:gd name="connsiteX73" fmla="*/ 1001030 w 4313957"/>
              <a:gd name="connsiteY73" fmla="*/ 2783517 h 3806996"/>
              <a:gd name="connsiteX74" fmla="*/ 1030316 w 4313957"/>
              <a:gd name="connsiteY74" fmla="*/ 2711873 h 3806996"/>
              <a:gd name="connsiteX75" fmla="*/ 1038451 w 4313957"/>
              <a:gd name="connsiteY75" fmla="*/ 2680935 h 3806996"/>
              <a:gd name="connsiteX76" fmla="*/ 1007538 w 4313957"/>
              <a:gd name="connsiteY76" fmla="*/ 2677679 h 3806996"/>
              <a:gd name="connsiteX77" fmla="*/ 929444 w 4313957"/>
              <a:gd name="connsiteY77" fmla="*/ 2677679 h 3806996"/>
              <a:gd name="connsiteX78" fmla="*/ 678892 w 4313957"/>
              <a:gd name="connsiteY78" fmla="*/ 2850276 h 3806996"/>
              <a:gd name="connsiteX79" fmla="*/ 628456 w 4313957"/>
              <a:gd name="connsiteY79" fmla="*/ 2871444 h 3806996"/>
              <a:gd name="connsiteX80" fmla="*/ 825318 w 4313957"/>
              <a:gd name="connsiteY80" fmla="*/ 2716758 h 3806996"/>
              <a:gd name="connsiteX81" fmla="*/ 989642 w 4313957"/>
              <a:gd name="connsiteY81" fmla="*/ 2534390 h 3806996"/>
              <a:gd name="connsiteX82" fmla="*/ 976626 w 4313957"/>
              <a:gd name="connsiteY82" fmla="*/ 2444835 h 3806996"/>
              <a:gd name="connsiteX83" fmla="*/ 958729 w 4313957"/>
              <a:gd name="connsiteY83" fmla="*/ 2405756 h 3806996"/>
              <a:gd name="connsiteX84" fmla="*/ 958729 w 4313957"/>
              <a:gd name="connsiteY84" fmla="*/ 2404128 h 3806996"/>
              <a:gd name="connsiteX85" fmla="*/ 952221 w 4313957"/>
              <a:gd name="connsiteY85" fmla="*/ 2400871 h 3806996"/>
              <a:gd name="connsiteX86" fmla="*/ 953848 w 4313957"/>
              <a:gd name="connsiteY86" fmla="*/ 2400871 h 3806996"/>
              <a:gd name="connsiteX87" fmla="*/ 826945 w 4313957"/>
              <a:gd name="connsiteY87" fmla="*/ 2259211 h 3806996"/>
              <a:gd name="connsiteX88" fmla="*/ 647979 w 4313957"/>
              <a:gd name="connsiteY88" fmla="*/ 2145232 h 3806996"/>
              <a:gd name="connsiteX89" fmla="*/ 542227 w 4313957"/>
              <a:gd name="connsiteY89" fmla="*/ 2045906 h 3806996"/>
              <a:gd name="connsiteX90" fmla="*/ 441355 w 4313957"/>
              <a:gd name="connsiteY90" fmla="*/ 1953095 h 3806996"/>
              <a:gd name="connsiteX91" fmla="*/ 412070 w 4313957"/>
              <a:gd name="connsiteY91" fmla="*/ 1917272 h 3806996"/>
              <a:gd name="connsiteX92" fmla="*/ 377903 w 4313957"/>
              <a:gd name="connsiteY92" fmla="*/ 1881450 h 3806996"/>
              <a:gd name="connsiteX93" fmla="*/ 361634 w 4313957"/>
              <a:gd name="connsiteY93" fmla="*/ 1860283 h 3806996"/>
              <a:gd name="connsiteX94" fmla="*/ 242866 w 4313957"/>
              <a:gd name="connsiteY94" fmla="*/ 1824460 h 3806996"/>
              <a:gd name="connsiteX95" fmla="*/ 94812 w 4313957"/>
              <a:gd name="connsiteY95" fmla="*/ 1796780 h 3806996"/>
              <a:gd name="connsiteX96" fmla="*/ 448 w 4313957"/>
              <a:gd name="connsiteY96" fmla="*/ 1725135 h 3806996"/>
              <a:gd name="connsiteX97" fmla="*/ 39495 w 4313957"/>
              <a:gd name="connsiteY97" fmla="*/ 1673030 h 3806996"/>
              <a:gd name="connsiteX98" fmla="*/ 156637 w 4313957"/>
              <a:gd name="connsiteY98" fmla="*/ 1646978 h 3806996"/>
              <a:gd name="connsiteX99" fmla="*/ 211953 w 4313957"/>
              <a:gd name="connsiteY99" fmla="*/ 1611156 h 3806996"/>
              <a:gd name="connsiteX100" fmla="*/ 267270 w 4313957"/>
              <a:gd name="connsiteY100" fmla="*/ 1562307 h 3806996"/>
              <a:gd name="connsiteX101" fmla="*/ 265643 w 4313957"/>
              <a:gd name="connsiteY101" fmla="*/ 1560679 h 3806996"/>
              <a:gd name="connsiteX102" fmla="*/ 257508 w 4313957"/>
              <a:gd name="connsiteY102" fmla="*/ 1476009 h 3806996"/>
              <a:gd name="connsiteX103" fmla="*/ 270524 w 4313957"/>
              <a:gd name="connsiteY103" fmla="*/ 1396223 h 3806996"/>
              <a:gd name="connsiteX104" fmla="*/ 358380 w 4313957"/>
              <a:gd name="connsiteY104" fmla="*/ 1412506 h 3806996"/>
              <a:gd name="connsiteX105" fmla="*/ 377903 w 4313957"/>
              <a:gd name="connsiteY105" fmla="*/ 1388082 h 3806996"/>
              <a:gd name="connsiteX106" fmla="*/ 459252 w 4313957"/>
              <a:gd name="connsiteY106" fmla="*/ 1288757 h 3806996"/>
              <a:gd name="connsiteX107" fmla="*/ 386038 w 4313957"/>
              <a:gd name="connsiteY107" fmla="*/ 1215484 h 3806996"/>
              <a:gd name="connsiteX108" fmla="*/ 374650 w 4313957"/>
              <a:gd name="connsiteY108" fmla="*/ 1119415 h 3806996"/>
              <a:gd name="connsiteX109" fmla="*/ 442982 w 4313957"/>
              <a:gd name="connsiteY109" fmla="*/ 1137327 h 3806996"/>
              <a:gd name="connsiteX110" fmla="*/ 538973 w 4313957"/>
              <a:gd name="connsiteY110" fmla="*/ 1098248 h 3806996"/>
              <a:gd name="connsiteX111" fmla="*/ 578020 w 4313957"/>
              <a:gd name="connsiteY111" fmla="*/ 1078708 h 3806996"/>
              <a:gd name="connsiteX112" fmla="*/ 586155 w 4313957"/>
              <a:gd name="connsiteY112" fmla="*/ 1101504 h 3806996"/>
              <a:gd name="connsiteX113" fmla="*/ 670757 w 4313957"/>
              <a:gd name="connsiteY113" fmla="*/ 1072195 h 3806996"/>
              <a:gd name="connsiteX114" fmla="*/ 703296 w 4313957"/>
              <a:gd name="connsiteY114" fmla="*/ 1033117 h 3806996"/>
              <a:gd name="connsiteX115" fmla="*/ 698415 w 4313957"/>
              <a:gd name="connsiteY115" fmla="*/ 1008692 h 3806996"/>
              <a:gd name="connsiteX116" fmla="*/ 799287 w 4313957"/>
              <a:gd name="connsiteY116" fmla="*/ 948446 h 3806996"/>
              <a:gd name="connsiteX117" fmla="*/ 929444 w 4313957"/>
              <a:gd name="connsiteY117" fmla="*/ 925650 h 3806996"/>
              <a:gd name="connsiteX118" fmla="*/ 931071 w 4313957"/>
              <a:gd name="connsiteY118" fmla="*/ 925650 h 3806996"/>
              <a:gd name="connsiteX119" fmla="*/ 999403 w 4313957"/>
              <a:gd name="connsiteY119" fmla="*/ 850749 h 3806996"/>
              <a:gd name="connsiteX120" fmla="*/ 1149084 w 4313957"/>
              <a:gd name="connsiteY120" fmla="*/ 788875 h 3806996"/>
              <a:gd name="connsiteX121" fmla="*/ 1178369 w 4313957"/>
              <a:gd name="connsiteY121" fmla="*/ 783990 h 3806996"/>
              <a:gd name="connsiteX122" fmla="*/ 1650189 w 4313957"/>
              <a:gd name="connsiteY122" fmla="*/ 580455 h 3806996"/>
              <a:gd name="connsiteX123" fmla="*/ 1625784 w 4313957"/>
              <a:gd name="connsiteY123" fmla="*/ 569057 h 3806996"/>
              <a:gd name="connsiteX124" fmla="*/ 1555825 w 4313957"/>
              <a:gd name="connsiteY124" fmla="*/ 578827 h 3806996"/>
              <a:gd name="connsiteX125" fmla="*/ 1640427 w 4313957"/>
              <a:gd name="connsiteY125" fmla="*/ 538120 h 3806996"/>
              <a:gd name="connsiteX126" fmla="*/ 1853559 w 4313957"/>
              <a:gd name="connsiteY126" fmla="*/ 477873 h 3806996"/>
              <a:gd name="connsiteX127" fmla="*/ 1970700 w 4313957"/>
              <a:gd name="connsiteY127" fmla="*/ 429025 h 3806996"/>
              <a:gd name="connsiteX128" fmla="*/ 2053675 w 4313957"/>
              <a:gd name="connsiteY128" fmla="*/ 378548 h 3806996"/>
              <a:gd name="connsiteX129" fmla="*/ 2226134 w 4313957"/>
              <a:gd name="connsiteY129" fmla="*/ 355752 h 3806996"/>
              <a:gd name="connsiteX130" fmla="*/ 2375814 w 4313957"/>
              <a:gd name="connsiteY130" fmla="*/ 310161 h 3806996"/>
              <a:gd name="connsiteX131" fmla="*/ 2372560 w 4313957"/>
              <a:gd name="connsiteY131" fmla="*/ 310161 h 3806996"/>
              <a:gd name="connsiteX132" fmla="*/ 2667041 w 4313957"/>
              <a:gd name="connsiteY132" fmla="*/ 236888 h 3806996"/>
              <a:gd name="connsiteX133" fmla="*/ 2857395 w 4313957"/>
              <a:gd name="connsiteY133" fmla="*/ 171757 h 3806996"/>
              <a:gd name="connsiteX134" fmla="*/ 2863903 w 4313957"/>
              <a:gd name="connsiteY134" fmla="*/ 170129 h 3806996"/>
              <a:gd name="connsiteX135" fmla="*/ 2868784 w 4313957"/>
              <a:gd name="connsiteY135" fmla="*/ 171757 h 3806996"/>
              <a:gd name="connsiteX136" fmla="*/ 3106321 w 4313957"/>
              <a:gd name="connsiteY136" fmla="*/ 155474 h 3806996"/>
              <a:gd name="connsiteX137" fmla="*/ 3534212 w 4313957"/>
              <a:gd name="connsiteY137" fmla="*/ 31725 h 3806996"/>
              <a:gd name="connsiteX138" fmla="*/ 3693654 w 4313957"/>
              <a:gd name="connsiteY138" fmla="*/ 41495 h 3806996"/>
              <a:gd name="connsiteX139" fmla="*/ 3815677 w 4313957"/>
              <a:gd name="connsiteY139" fmla="*/ 49636 h 3806996"/>
              <a:gd name="connsiteX140" fmla="*/ 3931191 w 4313957"/>
              <a:gd name="connsiteY140" fmla="*/ 788 h 380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4313957" h="3806996">
                <a:moveTo>
                  <a:pt x="3931191" y="788"/>
                </a:moveTo>
                <a:cubicBezTo>
                  <a:pt x="3973492" y="-7354"/>
                  <a:pt x="3984881" y="49636"/>
                  <a:pt x="4007658" y="78945"/>
                </a:cubicBezTo>
                <a:cubicBezTo>
                  <a:pt x="4014166" y="88715"/>
                  <a:pt x="4009285" y="106626"/>
                  <a:pt x="4009285" y="119652"/>
                </a:cubicBezTo>
                <a:cubicBezTo>
                  <a:pt x="4009285" y="119652"/>
                  <a:pt x="4010912" y="119652"/>
                  <a:pt x="4010912" y="119652"/>
                </a:cubicBezTo>
                <a:cubicBezTo>
                  <a:pt x="4043451" y="150589"/>
                  <a:pt x="4049959" y="181527"/>
                  <a:pt x="4017420" y="217349"/>
                </a:cubicBezTo>
                <a:cubicBezTo>
                  <a:pt x="4012539" y="253171"/>
                  <a:pt x="4041824" y="285736"/>
                  <a:pt x="4028809" y="323187"/>
                </a:cubicBezTo>
                <a:cubicBezTo>
                  <a:pt x="4030436" y="352496"/>
                  <a:pt x="4002777" y="365522"/>
                  <a:pt x="3996269" y="393203"/>
                </a:cubicBezTo>
                <a:cubicBezTo>
                  <a:pt x="3976746" y="415999"/>
                  <a:pt x="3994642" y="451821"/>
                  <a:pt x="3970238" y="474617"/>
                </a:cubicBezTo>
                <a:cubicBezTo>
                  <a:pt x="3965357" y="484386"/>
                  <a:pt x="3950714" y="494156"/>
                  <a:pt x="3950714" y="503926"/>
                </a:cubicBezTo>
                <a:cubicBezTo>
                  <a:pt x="3945833" y="630932"/>
                  <a:pt x="3887263" y="743283"/>
                  <a:pt x="3870993" y="867032"/>
                </a:cubicBezTo>
                <a:cubicBezTo>
                  <a:pt x="3856350" y="985897"/>
                  <a:pt x="3786391" y="1070567"/>
                  <a:pt x="3711551" y="1153609"/>
                </a:cubicBezTo>
                <a:cubicBezTo>
                  <a:pt x="3705043" y="1161751"/>
                  <a:pt x="3700162" y="1169892"/>
                  <a:pt x="3693654" y="1182918"/>
                </a:cubicBezTo>
                <a:cubicBezTo>
                  <a:pt x="3682266" y="1195945"/>
                  <a:pt x="3657861" y="1200829"/>
                  <a:pt x="3651353" y="1221997"/>
                </a:cubicBezTo>
                <a:cubicBezTo>
                  <a:pt x="3664369" y="1252934"/>
                  <a:pt x="3688773" y="1239908"/>
                  <a:pt x="3709924" y="1244793"/>
                </a:cubicBezTo>
                <a:cubicBezTo>
                  <a:pt x="3709924" y="1244793"/>
                  <a:pt x="3708297" y="1243165"/>
                  <a:pt x="3709924" y="1243165"/>
                </a:cubicBezTo>
                <a:cubicBezTo>
                  <a:pt x="3709924" y="1243165"/>
                  <a:pt x="3709924" y="1241536"/>
                  <a:pt x="3709924" y="1241536"/>
                </a:cubicBezTo>
                <a:cubicBezTo>
                  <a:pt x="3727821" y="1215484"/>
                  <a:pt x="3750598" y="1199201"/>
                  <a:pt x="3781510" y="1213856"/>
                </a:cubicBezTo>
                <a:cubicBezTo>
                  <a:pt x="3809169" y="1228510"/>
                  <a:pt x="3833573" y="1221997"/>
                  <a:pt x="3859604" y="1208971"/>
                </a:cubicBezTo>
                <a:cubicBezTo>
                  <a:pt x="3880755" y="1195945"/>
                  <a:pt x="3900278" y="1221997"/>
                  <a:pt x="3921429" y="1217112"/>
                </a:cubicBezTo>
                <a:cubicBezTo>
                  <a:pt x="3926310" y="1217112"/>
                  <a:pt x="3929564" y="1221997"/>
                  <a:pt x="3934445" y="1221997"/>
                </a:cubicBezTo>
                <a:cubicBezTo>
                  <a:pt x="3975119" y="1189431"/>
                  <a:pt x="4027182" y="1184547"/>
                  <a:pt x="4066229" y="1148724"/>
                </a:cubicBezTo>
                <a:cubicBezTo>
                  <a:pt x="4084125" y="1130813"/>
                  <a:pt x="4106903" y="1135698"/>
                  <a:pt x="4123172" y="1151981"/>
                </a:cubicBezTo>
                <a:cubicBezTo>
                  <a:pt x="4142696" y="1169892"/>
                  <a:pt x="4165473" y="1191060"/>
                  <a:pt x="4158966" y="1223625"/>
                </a:cubicBezTo>
                <a:cubicBezTo>
                  <a:pt x="4155712" y="1244793"/>
                  <a:pt x="4152458" y="1265961"/>
                  <a:pt x="4137815" y="1282243"/>
                </a:cubicBezTo>
                <a:cubicBezTo>
                  <a:pt x="4157339" y="1305039"/>
                  <a:pt x="4155712" y="1324579"/>
                  <a:pt x="4132934" y="1339233"/>
                </a:cubicBezTo>
                <a:cubicBezTo>
                  <a:pt x="4119918" y="1349003"/>
                  <a:pt x="4106903" y="1353888"/>
                  <a:pt x="4106903" y="1371799"/>
                </a:cubicBezTo>
                <a:cubicBezTo>
                  <a:pt x="4113411" y="1375055"/>
                  <a:pt x="4116665" y="1378312"/>
                  <a:pt x="4124799" y="1378312"/>
                </a:cubicBezTo>
                <a:cubicBezTo>
                  <a:pt x="4183370" y="1358773"/>
                  <a:pt x="4251703" y="1350631"/>
                  <a:pt x="4272853" y="1272474"/>
                </a:cubicBezTo>
                <a:cubicBezTo>
                  <a:pt x="4277734" y="1254563"/>
                  <a:pt x="4292377" y="1261076"/>
                  <a:pt x="4302138" y="1275730"/>
                </a:cubicBezTo>
                <a:cubicBezTo>
                  <a:pt x="4311900" y="1292013"/>
                  <a:pt x="4318408" y="1313181"/>
                  <a:pt x="4310273" y="1326207"/>
                </a:cubicBezTo>
                <a:cubicBezTo>
                  <a:pt x="4271226" y="1389710"/>
                  <a:pt x="4272853" y="1459726"/>
                  <a:pt x="4269599" y="1529742"/>
                </a:cubicBezTo>
                <a:cubicBezTo>
                  <a:pt x="4256583" y="1565564"/>
                  <a:pt x="4237060" y="1598130"/>
                  <a:pt x="4206148" y="1622554"/>
                </a:cubicBezTo>
                <a:cubicBezTo>
                  <a:pt x="4206148" y="1619297"/>
                  <a:pt x="4206148" y="1619297"/>
                  <a:pt x="4206148" y="1619297"/>
                </a:cubicBezTo>
                <a:cubicBezTo>
                  <a:pt x="4194759" y="1646978"/>
                  <a:pt x="4198013" y="1677915"/>
                  <a:pt x="4178489" y="1697455"/>
                </a:cubicBezTo>
                <a:cubicBezTo>
                  <a:pt x="4165473" y="1730020"/>
                  <a:pt x="4158966" y="1764214"/>
                  <a:pt x="4134561" y="1787010"/>
                </a:cubicBezTo>
                <a:cubicBezTo>
                  <a:pt x="4124799" y="1808178"/>
                  <a:pt x="4139442" y="1842372"/>
                  <a:pt x="4100395" y="1850513"/>
                </a:cubicBezTo>
                <a:cubicBezTo>
                  <a:pt x="4100395" y="1873309"/>
                  <a:pt x="4085752" y="1889592"/>
                  <a:pt x="4074364" y="1907503"/>
                </a:cubicBezTo>
                <a:cubicBezTo>
                  <a:pt x="4066229" y="1935183"/>
                  <a:pt x="4058094" y="1962864"/>
                  <a:pt x="4049959" y="1990545"/>
                </a:cubicBezTo>
                <a:cubicBezTo>
                  <a:pt x="4027182" y="2071959"/>
                  <a:pt x="4014166" y="2158258"/>
                  <a:pt x="3960476" y="2228274"/>
                </a:cubicBezTo>
                <a:cubicBezTo>
                  <a:pt x="3944206" y="2272237"/>
                  <a:pt x="3940953" y="2319457"/>
                  <a:pt x="3916548" y="2360164"/>
                </a:cubicBezTo>
                <a:cubicBezTo>
                  <a:pt x="3908413" y="2374819"/>
                  <a:pt x="3900278" y="2384589"/>
                  <a:pt x="3885636" y="2391102"/>
                </a:cubicBezTo>
                <a:cubicBezTo>
                  <a:pt x="3870993" y="2415526"/>
                  <a:pt x="3856350" y="2438322"/>
                  <a:pt x="3841708" y="2461118"/>
                </a:cubicBezTo>
                <a:cubicBezTo>
                  <a:pt x="3791272" y="2492055"/>
                  <a:pt x="3739209" y="2492055"/>
                  <a:pt x="3685520" y="2472516"/>
                </a:cubicBezTo>
                <a:cubicBezTo>
                  <a:pt x="3638338" y="2472516"/>
                  <a:pt x="3591156" y="2472516"/>
                  <a:pt x="3543974" y="2479029"/>
                </a:cubicBezTo>
                <a:cubicBezTo>
                  <a:pt x="3501673" y="2485542"/>
                  <a:pt x="3456118" y="2501825"/>
                  <a:pt x="3417071" y="2508338"/>
                </a:cubicBezTo>
                <a:cubicBezTo>
                  <a:pt x="3417071" y="2506710"/>
                  <a:pt x="3417071" y="2506710"/>
                  <a:pt x="3417071" y="2506710"/>
                </a:cubicBezTo>
                <a:cubicBezTo>
                  <a:pt x="3234851" y="2545788"/>
                  <a:pt x="3055885" y="2597893"/>
                  <a:pt x="2880173" y="2658140"/>
                </a:cubicBezTo>
                <a:cubicBezTo>
                  <a:pt x="2725611" y="2713501"/>
                  <a:pt x="2571050" y="2772119"/>
                  <a:pt x="2418115" y="2830737"/>
                </a:cubicBezTo>
                <a:cubicBezTo>
                  <a:pt x="2219626" y="2907266"/>
                  <a:pt x="2026017" y="2988680"/>
                  <a:pt x="1838916" y="3088005"/>
                </a:cubicBezTo>
                <a:cubicBezTo>
                  <a:pt x="1738045" y="3141738"/>
                  <a:pt x="1633919" y="3193843"/>
                  <a:pt x="1536301" y="3254090"/>
                </a:cubicBezTo>
                <a:cubicBezTo>
                  <a:pt x="1490746" y="3281771"/>
                  <a:pt x="1448445" y="3312708"/>
                  <a:pt x="1404517" y="3340389"/>
                </a:cubicBezTo>
                <a:cubicBezTo>
                  <a:pt x="1328050" y="3392494"/>
                  <a:pt x="1253210" y="3442970"/>
                  <a:pt x="1178369" y="3495075"/>
                </a:cubicBezTo>
                <a:cubicBezTo>
                  <a:pt x="1101902" y="3547180"/>
                  <a:pt x="1025435" y="3612311"/>
                  <a:pt x="948968" y="3669301"/>
                </a:cubicBezTo>
                <a:cubicBezTo>
                  <a:pt x="940833" y="3677442"/>
                  <a:pt x="929444" y="3680699"/>
                  <a:pt x="919682" y="3685584"/>
                </a:cubicBezTo>
                <a:cubicBezTo>
                  <a:pt x="852977" y="3736061"/>
                  <a:pt x="781390" y="3776768"/>
                  <a:pt x="700042" y="3799563"/>
                </a:cubicBezTo>
                <a:cubicBezTo>
                  <a:pt x="636591" y="3815846"/>
                  <a:pt x="579647" y="3799563"/>
                  <a:pt x="508061" y="3804448"/>
                </a:cubicBezTo>
                <a:cubicBezTo>
                  <a:pt x="475521" y="3788165"/>
                  <a:pt x="438101" y="3775139"/>
                  <a:pt x="457625" y="3726291"/>
                </a:cubicBezTo>
                <a:cubicBezTo>
                  <a:pt x="464133" y="3711636"/>
                  <a:pt x="459252" y="3710008"/>
                  <a:pt x="408816" y="3690469"/>
                </a:cubicBezTo>
                <a:cubicBezTo>
                  <a:pt x="473894" y="3685584"/>
                  <a:pt x="488537" y="3643249"/>
                  <a:pt x="495045" y="3599285"/>
                </a:cubicBezTo>
                <a:cubicBezTo>
                  <a:pt x="469013" y="3605798"/>
                  <a:pt x="447863" y="3610683"/>
                  <a:pt x="423458" y="3617196"/>
                </a:cubicBezTo>
                <a:cubicBezTo>
                  <a:pt x="472267" y="3599285"/>
                  <a:pt x="429966" y="3530897"/>
                  <a:pt x="482029" y="3516243"/>
                </a:cubicBezTo>
                <a:cubicBezTo>
                  <a:pt x="442982" y="3464138"/>
                  <a:pt x="504807" y="3482049"/>
                  <a:pt x="516195" y="3469023"/>
                </a:cubicBezTo>
                <a:cubicBezTo>
                  <a:pt x="537346" y="3455996"/>
                  <a:pt x="563377" y="3446227"/>
                  <a:pt x="563377" y="3413661"/>
                </a:cubicBezTo>
                <a:cubicBezTo>
                  <a:pt x="563377" y="3413661"/>
                  <a:pt x="565004" y="3413661"/>
                  <a:pt x="565004" y="3413661"/>
                </a:cubicBezTo>
                <a:cubicBezTo>
                  <a:pt x="488537" y="3387609"/>
                  <a:pt x="473894" y="3358300"/>
                  <a:pt x="506434" y="3314336"/>
                </a:cubicBezTo>
                <a:cubicBezTo>
                  <a:pt x="525957" y="3301310"/>
                  <a:pt x="547108" y="3289912"/>
                  <a:pt x="566631" y="3278514"/>
                </a:cubicBezTo>
                <a:cubicBezTo>
                  <a:pt x="599170" y="3249205"/>
                  <a:pt x="638218" y="3228037"/>
                  <a:pt x="659368" y="3182445"/>
                </a:cubicBezTo>
                <a:cubicBezTo>
                  <a:pt x="660995" y="3182445"/>
                  <a:pt x="660995" y="3182445"/>
                  <a:pt x="660995" y="3182445"/>
                </a:cubicBezTo>
                <a:cubicBezTo>
                  <a:pt x="649606" y="3175932"/>
                  <a:pt x="638218" y="3180817"/>
                  <a:pt x="615440" y="3179189"/>
                </a:cubicBezTo>
                <a:cubicBezTo>
                  <a:pt x="682146" y="3131969"/>
                  <a:pt x="758613" y="3120571"/>
                  <a:pt x="800914" y="3055440"/>
                </a:cubicBezTo>
                <a:cubicBezTo>
                  <a:pt x="797660" y="3053811"/>
                  <a:pt x="794406" y="3050555"/>
                  <a:pt x="791152" y="3047298"/>
                </a:cubicBezTo>
                <a:cubicBezTo>
                  <a:pt x="770002" y="3037529"/>
                  <a:pt x="730954" y="3073351"/>
                  <a:pt x="726074" y="3026131"/>
                </a:cubicBezTo>
                <a:cubicBezTo>
                  <a:pt x="722820" y="2991937"/>
                  <a:pt x="755359" y="2977282"/>
                  <a:pt x="778136" y="2964256"/>
                </a:cubicBezTo>
                <a:cubicBezTo>
                  <a:pt x="861112" y="2913779"/>
                  <a:pt x="932698" y="2851905"/>
                  <a:pt x="1001030" y="2783517"/>
                </a:cubicBezTo>
                <a:cubicBezTo>
                  <a:pt x="997776" y="2754208"/>
                  <a:pt x="1010792" y="2731412"/>
                  <a:pt x="1030316" y="2711873"/>
                </a:cubicBezTo>
                <a:cubicBezTo>
                  <a:pt x="1038451" y="2703731"/>
                  <a:pt x="1044958" y="2690705"/>
                  <a:pt x="1038451" y="2680935"/>
                </a:cubicBezTo>
                <a:cubicBezTo>
                  <a:pt x="1030316" y="2666281"/>
                  <a:pt x="1015673" y="2672794"/>
                  <a:pt x="1007538" y="2677679"/>
                </a:cubicBezTo>
                <a:cubicBezTo>
                  <a:pt x="981507" y="2695590"/>
                  <a:pt x="955475" y="2677679"/>
                  <a:pt x="929444" y="2677679"/>
                </a:cubicBezTo>
                <a:cubicBezTo>
                  <a:pt x="846469" y="2734669"/>
                  <a:pt x="770002" y="2803056"/>
                  <a:pt x="678892" y="2850276"/>
                </a:cubicBezTo>
                <a:cubicBezTo>
                  <a:pt x="662622" y="2860046"/>
                  <a:pt x="646352" y="2868188"/>
                  <a:pt x="628456" y="2871444"/>
                </a:cubicBezTo>
                <a:cubicBezTo>
                  <a:pt x="687026" y="2811198"/>
                  <a:pt x="763494" y="2770491"/>
                  <a:pt x="825318" y="2716758"/>
                </a:cubicBezTo>
                <a:cubicBezTo>
                  <a:pt x="885516" y="2666281"/>
                  <a:pt x="981507" y="2635344"/>
                  <a:pt x="989642" y="2534390"/>
                </a:cubicBezTo>
                <a:cubicBezTo>
                  <a:pt x="1009165" y="2501825"/>
                  <a:pt x="1017300" y="2470887"/>
                  <a:pt x="976626" y="2444835"/>
                </a:cubicBezTo>
                <a:cubicBezTo>
                  <a:pt x="965237" y="2438322"/>
                  <a:pt x="955475" y="2422039"/>
                  <a:pt x="958729" y="2405756"/>
                </a:cubicBezTo>
                <a:cubicBezTo>
                  <a:pt x="958729" y="2405756"/>
                  <a:pt x="958729" y="2404128"/>
                  <a:pt x="958729" y="2404128"/>
                </a:cubicBezTo>
                <a:cubicBezTo>
                  <a:pt x="957102" y="2404128"/>
                  <a:pt x="953848" y="2400871"/>
                  <a:pt x="952221" y="2400871"/>
                </a:cubicBezTo>
                <a:cubicBezTo>
                  <a:pt x="953848" y="2400871"/>
                  <a:pt x="953848" y="2400871"/>
                  <a:pt x="953848" y="2400871"/>
                </a:cubicBezTo>
                <a:cubicBezTo>
                  <a:pt x="903413" y="2365049"/>
                  <a:pt x="862738" y="2314573"/>
                  <a:pt x="826945" y="2259211"/>
                </a:cubicBezTo>
                <a:cubicBezTo>
                  <a:pt x="787898" y="2197336"/>
                  <a:pt x="706550" y="2185939"/>
                  <a:pt x="647979" y="2145232"/>
                </a:cubicBezTo>
                <a:cubicBezTo>
                  <a:pt x="607305" y="2117551"/>
                  <a:pt x="568258" y="2089870"/>
                  <a:pt x="542227" y="2045906"/>
                </a:cubicBezTo>
                <a:cubicBezTo>
                  <a:pt x="519449" y="2005200"/>
                  <a:pt x="467386" y="1993802"/>
                  <a:pt x="441355" y="1953095"/>
                </a:cubicBezTo>
                <a:cubicBezTo>
                  <a:pt x="433220" y="1940068"/>
                  <a:pt x="421831" y="1928670"/>
                  <a:pt x="412070" y="1917272"/>
                </a:cubicBezTo>
                <a:cubicBezTo>
                  <a:pt x="395800" y="1909131"/>
                  <a:pt x="382784" y="1900990"/>
                  <a:pt x="377903" y="1881450"/>
                </a:cubicBezTo>
                <a:cubicBezTo>
                  <a:pt x="373023" y="1874937"/>
                  <a:pt x="366515" y="1868424"/>
                  <a:pt x="361634" y="1860283"/>
                </a:cubicBezTo>
                <a:cubicBezTo>
                  <a:pt x="314452" y="1871681"/>
                  <a:pt x="280286" y="1840743"/>
                  <a:pt x="242866" y="1824460"/>
                </a:cubicBezTo>
                <a:cubicBezTo>
                  <a:pt x="195684" y="1803293"/>
                  <a:pt x="148502" y="1795151"/>
                  <a:pt x="94812" y="1796780"/>
                </a:cubicBezTo>
                <a:cubicBezTo>
                  <a:pt x="50884" y="1798408"/>
                  <a:pt x="5329" y="1788638"/>
                  <a:pt x="448" y="1725135"/>
                </a:cubicBezTo>
                <a:cubicBezTo>
                  <a:pt x="-2806" y="1687685"/>
                  <a:pt x="11837" y="1660004"/>
                  <a:pt x="39495" y="1673030"/>
                </a:cubicBezTo>
                <a:cubicBezTo>
                  <a:pt x="89931" y="1694198"/>
                  <a:pt x="117590" y="1650235"/>
                  <a:pt x="156637" y="1646978"/>
                </a:cubicBezTo>
                <a:cubicBezTo>
                  <a:pt x="163144" y="1617669"/>
                  <a:pt x="189176" y="1617669"/>
                  <a:pt x="211953" y="1611156"/>
                </a:cubicBezTo>
                <a:cubicBezTo>
                  <a:pt x="224969" y="1586732"/>
                  <a:pt x="229850" y="1557423"/>
                  <a:pt x="267270" y="1562307"/>
                </a:cubicBezTo>
                <a:cubicBezTo>
                  <a:pt x="265643" y="1560679"/>
                  <a:pt x="265643" y="1560679"/>
                  <a:pt x="265643" y="1560679"/>
                </a:cubicBezTo>
                <a:cubicBezTo>
                  <a:pt x="268897" y="1534627"/>
                  <a:pt x="237985" y="1508574"/>
                  <a:pt x="257508" y="1476009"/>
                </a:cubicBezTo>
                <a:cubicBezTo>
                  <a:pt x="257508" y="1449956"/>
                  <a:pt x="255881" y="1422275"/>
                  <a:pt x="270524" y="1396223"/>
                </a:cubicBezTo>
                <a:cubicBezTo>
                  <a:pt x="303063" y="1373427"/>
                  <a:pt x="325841" y="1412506"/>
                  <a:pt x="358380" y="1412506"/>
                </a:cubicBezTo>
                <a:cubicBezTo>
                  <a:pt x="364888" y="1404364"/>
                  <a:pt x="369769" y="1396223"/>
                  <a:pt x="377903" y="1388082"/>
                </a:cubicBezTo>
                <a:cubicBezTo>
                  <a:pt x="402308" y="1350631"/>
                  <a:pt x="446236" y="1334348"/>
                  <a:pt x="459252" y="1288757"/>
                </a:cubicBezTo>
                <a:cubicBezTo>
                  <a:pt x="434847" y="1264332"/>
                  <a:pt x="403935" y="1244793"/>
                  <a:pt x="386038" y="1215484"/>
                </a:cubicBezTo>
                <a:cubicBezTo>
                  <a:pt x="368142" y="1187803"/>
                  <a:pt x="345364" y="1150353"/>
                  <a:pt x="374650" y="1119415"/>
                </a:cubicBezTo>
                <a:cubicBezTo>
                  <a:pt x="400681" y="1091735"/>
                  <a:pt x="420205" y="1124300"/>
                  <a:pt x="442982" y="1137327"/>
                </a:cubicBezTo>
                <a:cubicBezTo>
                  <a:pt x="478775" y="1130813"/>
                  <a:pt x="496672" y="1078708"/>
                  <a:pt x="538973" y="1098248"/>
                </a:cubicBezTo>
                <a:cubicBezTo>
                  <a:pt x="551989" y="1091735"/>
                  <a:pt x="565004" y="1081965"/>
                  <a:pt x="578020" y="1078708"/>
                </a:cubicBezTo>
                <a:cubicBezTo>
                  <a:pt x="604051" y="1073824"/>
                  <a:pt x="586155" y="1093363"/>
                  <a:pt x="586155" y="1101504"/>
                </a:cubicBezTo>
                <a:cubicBezTo>
                  <a:pt x="618694" y="1094991"/>
                  <a:pt x="643098" y="1078708"/>
                  <a:pt x="670757" y="1072195"/>
                </a:cubicBezTo>
                <a:cubicBezTo>
                  <a:pt x="677265" y="1059169"/>
                  <a:pt x="690280" y="1049399"/>
                  <a:pt x="703296" y="1033117"/>
                </a:cubicBezTo>
                <a:cubicBezTo>
                  <a:pt x="677265" y="1024975"/>
                  <a:pt x="683773" y="1016834"/>
                  <a:pt x="698415" y="1008692"/>
                </a:cubicBezTo>
                <a:cubicBezTo>
                  <a:pt x="734208" y="987525"/>
                  <a:pt x="763494" y="967985"/>
                  <a:pt x="799287" y="948446"/>
                </a:cubicBezTo>
                <a:cubicBezTo>
                  <a:pt x="841588" y="933792"/>
                  <a:pt x="882262" y="914252"/>
                  <a:pt x="929444" y="925650"/>
                </a:cubicBezTo>
                <a:cubicBezTo>
                  <a:pt x="931071" y="925650"/>
                  <a:pt x="931071" y="925650"/>
                  <a:pt x="931071" y="925650"/>
                </a:cubicBezTo>
                <a:cubicBezTo>
                  <a:pt x="929444" y="878430"/>
                  <a:pt x="966864" y="854006"/>
                  <a:pt x="999403" y="850749"/>
                </a:cubicBezTo>
                <a:cubicBezTo>
                  <a:pt x="1057974" y="844236"/>
                  <a:pt x="1098648" y="808414"/>
                  <a:pt x="1149084" y="788875"/>
                </a:cubicBezTo>
                <a:cubicBezTo>
                  <a:pt x="1158846" y="785618"/>
                  <a:pt x="1168608" y="785618"/>
                  <a:pt x="1178369" y="783990"/>
                </a:cubicBezTo>
                <a:cubicBezTo>
                  <a:pt x="1334558" y="715602"/>
                  <a:pt x="1492373" y="647214"/>
                  <a:pt x="1650189" y="580455"/>
                </a:cubicBezTo>
                <a:cubicBezTo>
                  <a:pt x="1642054" y="575570"/>
                  <a:pt x="1633919" y="572314"/>
                  <a:pt x="1625784" y="569057"/>
                </a:cubicBezTo>
                <a:cubicBezTo>
                  <a:pt x="1603007" y="572314"/>
                  <a:pt x="1581856" y="575570"/>
                  <a:pt x="1555825" y="578827"/>
                </a:cubicBezTo>
                <a:cubicBezTo>
                  <a:pt x="1570467" y="529978"/>
                  <a:pt x="1609515" y="544633"/>
                  <a:pt x="1640427" y="538120"/>
                </a:cubicBezTo>
                <a:cubicBezTo>
                  <a:pt x="1707132" y="502298"/>
                  <a:pt x="1781973" y="494156"/>
                  <a:pt x="1853559" y="477873"/>
                </a:cubicBezTo>
                <a:cubicBezTo>
                  <a:pt x="1887725" y="450193"/>
                  <a:pt x="1928399" y="430653"/>
                  <a:pt x="1970700" y="429025"/>
                </a:cubicBezTo>
                <a:cubicBezTo>
                  <a:pt x="2011374" y="427397"/>
                  <a:pt x="2021136" y="386690"/>
                  <a:pt x="2053675" y="378548"/>
                </a:cubicBezTo>
                <a:cubicBezTo>
                  <a:pt x="2108992" y="363894"/>
                  <a:pt x="2161055" y="332957"/>
                  <a:pt x="2226134" y="355752"/>
                </a:cubicBezTo>
                <a:cubicBezTo>
                  <a:pt x="2278196" y="337841"/>
                  <a:pt x="2322124" y="318302"/>
                  <a:pt x="2375814" y="310161"/>
                </a:cubicBezTo>
                <a:cubicBezTo>
                  <a:pt x="2375814" y="310161"/>
                  <a:pt x="2372560" y="310161"/>
                  <a:pt x="2372560" y="310161"/>
                </a:cubicBezTo>
                <a:cubicBezTo>
                  <a:pt x="2458789" y="238516"/>
                  <a:pt x="2561288" y="230375"/>
                  <a:pt x="2667041" y="236888"/>
                </a:cubicBezTo>
                <a:cubicBezTo>
                  <a:pt x="2725611" y="197809"/>
                  <a:pt x="2792317" y="186411"/>
                  <a:pt x="2857395" y="171757"/>
                </a:cubicBezTo>
                <a:cubicBezTo>
                  <a:pt x="2863903" y="170129"/>
                  <a:pt x="2863903" y="170129"/>
                  <a:pt x="2863903" y="170129"/>
                </a:cubicBezTo>
                <a:cubicBezTo>
                  <a:pt x="2868784" y="171757"/>
                  <a:pt x="2868784" y="171757"/>
                  <a:pt x="2868784" y="171757"/>
                </a:cubicBezTo>
                <a:cubicBezTo>
                  <a:pt x="2946878" y="145704"/>
                  <a:pt x="3026599" y="152218"/>
                  <a:pt x="3106321" y="155474"/>
                </a:cubicBezTo>
                <a:cubicBezTo>
                  <a:pt x="3247866" y="114767"/>
                  <a:pt x="3391039" y="70804"/>
                  <a:pt x="3534212" y="31725"/>
                </a:cubicBezTo>
                <a:cubicBezTo>
                  <a:pt x="3586275" y="17070"/>
                  <a:pt x="3639965" y="18699"/>
                  <a:pt x="3693654" y="41495"/>
                </a:cubicBezTo>
                <a:cubicBezTo>
                  <a:pt x="3732702" y="56149"/>
                  <a:pt x="3773376" y="59406"/>
                  <a:pt x="3815677" y="49636"/>
                </a:cubicBezTo>
                <a:cubicBezTo>
                  <a:pt x="3848216" y="18699"/>
                  <a:pt x="3893771" y="8929"/>
                  <a:pt x="3931191" y="788"/>
                </a:cubicBezTo>
                <a:close/>
              </a:path>
            </a:pathLst>
          </a:custGeom>
          <a:blipFill dpi="0"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 anchorCtr="0">
            <a:noAutofit/>
          </a:bodyPr>
          <a:lstStyle>
            <a:lvl1pPr algn="ctr"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1080005" y="1441801"/>
            <a:ext cx="3772545" cy="81868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2800" b="0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80000" y="3237531"/>
            <a:ext cx="3083858" cy="400110"/>
          </a:xfrm>
        </p:spPr>
        <p:txBody>
          <a:bodyPr>
            <a:spAutoFit/>
          </a:bodyPr>
          <a:lstStyle>
            <a:lvl1pPr marL="0" indent="0" algn="l">
              <a:spcBef>
                <a:spcPts val="0"/>
              </a:spcBef>
              <a:buNone/>
              <a:defRPr sz="1300" b="0">
                <a:solidFill>
                  <a:schemeClr val="bg2"/>
                </a:solidFill>
              </a:defRPr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1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7136358" y="4737567"/>
            <a:ext cx="1726825" cy="138499"/>
          </a:xfrm>
        </p:spPr>
        <p:txBody>
          <a:bodyPr wrap="square">
            <a:spAutoFit/>
          </a:bodyPr>
          <a:lstStyle>
            <a:lvl1pPr algn="r">
              <a:defRPr sz="900" cap="all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MENTION À REMPLIR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083" y="441436"/>
            <a:ext cx="1767600" cy="455841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083" y="4730683"/>
            <a:ext cx="1058400" cy="15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43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2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k object 16"/>
          <p:cNvSpPr/>
          <p:nvPr userDrawn="1"/>
        </p:nvSpPr>
        <p:spPr>
          <a:xfrm>
            <a:off x="287338" y="329803"/>
            <a:ext cx="8578849" cy="4465391"/>
          </a:xfrm>
          <a:custGeom>
            <a:avLst/>
            <a:gdLst/>
            <a:ahLst/>
            <a:cxnLst/>
            <a:rect l="l" t="t" r="r" b="b"/>
            <a:pathLst>
              <a:path w="8571865" h="5781675">
                <a:moveTo>
                  <a:pt x="0" y="5781598"/>
                </a:moveTo>
                <a:lnTo>
                  <a:pt x="8571598" y="5781598"/>
                </a:lnTo>
                <a:lnTo>
                  <a:pt x="8571598" y="0"/>
                </a:lnTo>
                <a:lnTo>
                  <a:pt x="0" y="0"/>
                </a:lnTo>
                <a:lnTo>
                  <a:pt x="0" y="5781598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2970000" y="563880"/>
            <a:ext cx="5534025" cy="3947611"/>
          </a:xfrm>
        </p:spPr>
        <p:txBody>
          <a:bodyPr/>
          <a:lstStyle>
            <a:lvl1pPr>
              <a:defRPr sz="1700" b="1" cap="all" baseline="0">
                <a:solidFill>
                  <a:schemeClr val="tx2"/>
                </a:solidFill>
              </a:defRPr>
            </a:lvl1pPr>
            <a:lvl2pPr marL="0" indent="0">
              <a:lnSpc>
                <a:spcPct val="120000"/>
              </a:lnSpc>
              <a:buNone/>
              <a:defRPr sz="13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object 13"/>
          <p:cNvSpPr/>
          <p:nvPr userDrawn="1"/>
        </p:nvSpPr>
        <p:spPr>
          <a:xfrm>
            <a:off x="1" y="329803"/>
            <a:ext cx="2962274" cy="18047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8785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51647" y="221878"/>
            <a:ext cx="152400" cy="6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6" name="object 13"/>
          <p:cNvSpPr/>
          <p:nvPr userDrawn="1"/>
        </p:nvSpPr>
        <p:spPr>
          <a:xfrm>
            <a:off x="1" y="329803"/>
            <a:ext cx="2962274" cy="1804750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bk object 16"/>
          <p:cNvSpPr/>
          <p:nvPr userDrawn="1"/>
        </p:nvSpPr>
        <p:spPr>
          <a:xfrm>
            <a:off x="2970000" y="329803"/>
            <a:ext cx="5896187" cy="4465391"/>
          </a:xfrm>
          <a:custGeom>
            <a:avLst/>
            <a:gdLst/>
            <a:ahLst/>
            <a:cxnLst/>
            <a:rect l="l" t="t" r="r" b="b"/>
            <a:pathLst>
              <a:path w="8571865" h="5781675">
                <a:moveTo>
                  <a:pt x="0" y="5781598"/>
                </a:moveTo>
                <a:lnTo>
                  <a:pt x="8571598" y="5781598"/>
                </a:lnTo>
                <a:lnTo>
                  <a:pt x="8571598" y="0"/>
                </a:lnTo>
                <a:lnTo>
                  <a:pt x="0" y="0"/>
                </a:lnTo>
                <a:lnTo>
                  <a:pt x="0" y="5781598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3240000" y="585203"/>
            <a:ext cx="4986000" cy="3571889"/>
          </a:xfrm>
        </p:spPr>
        <p:txBody>
          <a:bodyPr>
            <a:noAutofit/>
          </a:bodyPr>
          <a:lstStyle>
            <a:lvl1pPr marL="342900" indent="-342900">
              <a:lnSpc>
                <a:spcPct val="95000"/>
              </a:lnSpc>
              <a:spcBef>
                <a:spcPts val="1800"/>
              </a:spcBef>
              <a:buClr>
                <a:schemeClr val="tx1"/>
              </a:buClr>
              <a:buFont typeface="+mj-lt"/>
              <a:buAutoNum type="arabicPeriod"/>
              <a:defRPr sz="1500" b="1" cap="all" baseline="0">
                <a:solidFill>
                  <a:schemeClr val="tx2"/>
                </a:solidFill>
              </a:defRPr>
            </a:lvl1pPr>
            <a:lvl2pPr>
              <a:lnSpc>
                <a:spcPct val="120000"/>
              </a:lnSpc>
              <a:defRPr sz="1400" b="0"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457098" y="979472"/>
            <a:ext cx="2052000" cy="369332"/>
          </a:xfrm>
        </p:spPr>
        <p:txBody>
          <a:bodyPr wrap="square">
            <a:spAutoFit/>
          </a:bodyPr>
          <a:lstStyle>
            <a:lvl1pPr>
              <a:defRPr sz="2400" b="1" cap="all" baseline="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fr-FR"/>
              <a:t>texte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993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verture de 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851647" y="221878"/>
            <a:ext cx="152400" cy="6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4" name="object 14"/>
          <p:cNvSpPr/>
          <p:nvPr userDrawn="1"/>
        </p:nvSpPr>
        <p:spPr>
          <a:xfrm>
            <a:off x="324005" y="456508"/>
            <a:ext cx="2588129" cy="2126362"/>
          </a:xfrm>
          <a:prstGeom prst="rect">
            <a:avLst/>
          </a:pr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2970000" y="3204903"/>
            <a:ext cx="4841262" cy="304699"/>
          </a:xfrm>
        </p:spPr>
        <p:txBody>
          <a:bodyPr>
            <a:spAutoFit/>
          </a:bodyPr>
          <a:lstStyle>
            <a:lvl1pPr>
              <a:lnSpc>
                <a:spcPct val="110000"/>
              </a:lnSpc>
              <a:spcBef>
                <a:spcPts val="0"/>
              </a:spcBef>
              <a:defRPr sz="1800" b="0" cap="none" baseline="0">
                <a:solidFill>
                  <a:schemeClr val="accent1"/>
                </a:solidFill>
              </a:defRPr>
            </a:lvl1pPr>
            <a:lvl2pPr>
              <a:lnSpc>
                <a:spcPct val="120000"/>
              </a:lnSpc>
              <a:defRPr sz="1400" b="0"/>
            </a:lvl2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1657277" y="760907"/>
            <a:ext cx="855114" cy="1415772"/>
          </a:xfrm>
        </p:spPr>
        <p:txBody>
          <a:bodyPr wrap="square">
            <a:spAutoFit/>
          </a:bodyPr>
          <a:lstStyle>
            <a:lvl1pPr algn="r">
              <a:defRPr sz="9200" b="1" cap="all" baseline="0">
                <a:solidFill>
                  <a:schemeClr val="bg1"/>
                </a:solidFill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fr-FR"/>
              <a:t>#</a:t>
            </a:r>
          </a:p>
        </p:txBody>
      </p:sp>
      <p:sp>
        <p:nvSpPr>
          <p:cNvPr id="13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212443" cy="877163"/>
          </a:xfrm>
        </p:spPr>
        <p:txBody>
          <a:bodyPr>
            <a:spAutoFit/>
          </a:bodyPr>
          <a:lstStyle>
            <a:lvl1pPr>
              <a:lnSpc>
                <a:spcPct val="95000"/>
              </a:lnSpc>
              <a:defRPr sz="3000" b="0" cap="all" baseline="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032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9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3" y="975123"/>
            <a:ext cx="7780543" cy="326826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34814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1079501" y="974702"/>
            <a:ext cx="7262599" cy="531371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4921599" y="1872000"/>
            <a:ext cx="3420500" cy="2435057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0" y="1872000"/>
            <a:ext cx="3420500" cy="2435057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4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751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ergue + Conten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3672004" y="975600"/>
            <a:ext cx="5188043" cy="259686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6" hasCustomPrompt="1"/>
          </p:nvPr>
        </p:nvSpPr>
        <p:spPr>
          <a:xfrm>
            <a:off x="1080001" y="1025138"/>
            <a:ext cx="2268820" cy="1764378"/>
          </a:xfrm>
          <a:solidFill>
            <a:schemeClr val="accent1"/>
          </a:solidFill>
        </p:spPr>
        <p:txBody>
          <a:bodyPr lIns="180000" tIns="108000" rIns="180000" bIns="108000" anchor="ctr" anchorCtr="0">
            <a:noAutofit/>
          </a:bodyPr>
          <a:lstStyle>
            <a:lvl1pPr>
              <a:spcBef>
                <a:spcPts val="900"/>
              </a:spcBef>
              <a:defRPr sz="3200">
                <a:solidFill>
                  <a:schemeClr val="bg1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100" b="0" cap="all" baseline="0">
                <a:solidFill>
                  <a:schemeClr val="bg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5" y="2884884"/>
            <a:ext cx="2269321" cy="1146995"/>
          </a:xfrm>
          <a:solidFill>
            <a:srgbClr val="EAEAEA"/>
          </a:solidFill>
        </p:spPr>
        <p:txBody>
          <a:bodyPr lIns="180000" tIns="108000" rIns="180000" bIns="108000" anchor="ctr" anchorCtr="0">
            <a:noAutofit/>
          </a:bodyPr>
          <a:lstStyle>
            <a:lvl1pPr>
              <a:spcBef>
                <a:spcPts val="0"/>
              </a:spcBef>
              <a:defRPr sz="1400" b="0">
                <a:solidFill>
                  <a:schemeClr val="bg2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14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54878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3678613" y="974702"/>
            <a:ext cx="2361600" cy="259686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0" y="974702"/>
            <a:ext cx="2361600" cy="259686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6259517" y="1020762"/>
            <a:ext cx="2884487" cy="3335735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246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encadré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1079504" y="3370110"/>
            <a:ext cx="2592389" cy="1425086"/>
          </a:xfrm>
          <a:solidFill>
            <a:schemeClr val="accent1"/>
          </a:solidFill>
        </p:spPr>
        <p:txBody>
          <a:bodyPr lIns="180000" tIns="180000" rIns="180000" bIns="180000">
            <a:noAutofit/>
          </a:bodyPr>
          <a:lstStyle>
            <a:lvl1pPr>
              <a:spcBef>
                <a:spcPts val="0"/>
              </a:spcBef>
              <a:defRPr sz="1400"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0" y="974702"/>
            <a:ext cx="2361600" cy="2181135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3671893" y="1020763"/>
            <a:ext cx="5194295" cy="3774434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9640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1079499" y="1020763"/>
            <a:ext cx="7786687" cy="3774434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1" name="Espace réservé du texte 11"/>
          <p:cNvSpPr>
            <a:spLocks noGrp="1"/>
          </p:cNvSpPr>
          <p:nvPr>
            <p:ph type="body" sz="quarter" idx="15"/>
          </p:nvPr>
        </p:nvSpPr>
        <p:spPr>
          <a:xfrm>
            <a:off x="6273800" y="2593875"/>
            <a:ext cx="2592387" cy="1758745"/>
          </a:xfrm>
          <a:solidFill>
            <a:srgbClr val="EAEAEA"/>
          </a:solidFill>
        </p:spPr>
        <p:txBody>
          <a:bodyPr lIns="180000" tIns="180000" rIns="180000" bIns="180000">
            <a:noAutofit/>
          </a:bodyPr>
          <a:lstStyle>
            <a:lvl1pPr>
              <a:spcBef>
                <a:spcPts val="0"/>
              </a:spcBef>
              <a:defRPr sz="15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10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44262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hiffres clé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1079500" y="333375"/>
            <a:ext cx="7780544" cy="446182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Rectangle 9"/>
          <p:cNvSpPr/>
          <p:nvPr userDrawn="1"/>
        </p:nvSpPr>
        <p:spPr>
          <a:xfrm>
            <a:off x="851647" y="221878"/>
            <a:ext cx="152400" cy="6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53838" y="2262600"/>
            <a:ext cx="1712349" cy="1764378"/>
          </a:xfrm>
          <a:solidFill>
            <a:srgbClr val="EAEAEA"/>
          </a:solidFill>
        </p:spPr>
        <p:txBody>
          <a:bodyPr lIns="180000" tIns="108000" rIns="180000" bIns="108000" anchor="ctr" anchorCtr="1">
            <a:noAutofit/>
          </a:bodyPr>
          <a:lstStyle>
            <a:lvl1pPr>
              <a:spcBef>
                <a:spcPts val="900"/>
              </a:spcBef>
              <a:defRPr sz="3200">
                <a:solidFill>
                  <a:schemeClr val="accent1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200" b="0" cap="all" baseline="0">
                <a:solidFill>
                  <a:schemeClr val="tx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5220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Chiffres clé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851647" y="221878"/>
            <a:ext cx="152400" cy="6320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8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287338" y="333375"/>
            <a:ext cx="8572706" cy="446182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53839" y="2262600"/>
            <a:ext cx="1712348" cy="1764378"/>
          </a:xfrm>
          <a:solidFill>
            <a:srgbClr val="EAEAEA"/>
          </a:solidFill>
        </p:spPr>
        <p:txBody>
          <a:bodyPr lIns="180000" tIns="108000" rIns="180000" bIns="108000" anchor="ctr" anchorCtr="1">
            <a:noAutofit/>
          </a:bodyPr>
          <a:lstStyle>
            <a:lvl1pPr>
              <a:spcBef>
                <a:spcPts val="900"/>
              </a:spcBef>
              <a:defRPr sz="3200">
                <a:solidFill>
                  <a:schemeClr val="accent1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200" b="0" cap="all" baseline="0">
                <a:solidFill>
                  <a:schemeClr val="tx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/>
              <a:t>#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82681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exergu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3949204" y="2141102"/>
            <a:ext cx="4910843" cy="2181135"/>
          </a:xfrm>
        </p:spPr>
        <p:txBody>
          <a:bodyPr>
            <a:noAutofit/>
          </a:bodyPr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6"/>
          </p:nvPr>
        </p:nvSpPr>
        <p:spPr>
          <a:xfrm>
            <a:off x="1079499" y="1020763"/>
            <a:ext cx="2592000" cy="333531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0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7"/>
          </p:nvPr>
        </p:nvSpPr>
        <p:spPr>
          <a:xfrm>
            <a:off x="3160800" y="1385100"/>
            <a:ext cx="3096000" cy="545516"/>
          </a:xfrm>
          <a:solidFill>
            <a:srgbClr val="EAEAEA"/>
          </a:solidFill>
        </p:spPr>
        <p:txBody>
          <a:bodyPr lIns="144000" tIns="72000" rIns="144000" bIns="72000">
            <a:spAutoFit/>
          </a:bodyPr>
          <a:lstStyle>
            <a:lvl1pPr>
              <a:defRPr sz="1100" cap="all" baseline="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500" cap="all" baseline="0">
                <a:solidFill>
                  <a:schemeClr val="accent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Modifier les styles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4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13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graphiqu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/>
          </p:nvPr>
        </p:nvSpPr>
        <p:spPr>
          <a:xfrm>
            <a:off x="815788" y="1941874"/>
            <a:ext cx="5470712" cy="2440985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6" hasCustomPrompt="1"/>
          </p:nvPr>
        </p:nvSpPr>
        <p:spPr>
          <a:xfrm>
            <a:off x="7125658" y="1941874"/>
            <a:ext cx="1734391" cy="627864"/>
          </a:xfrm>
          <a:noFill/>
        </p:spPr>
        <p:txBody>
          <a:bodyPr wrap="square" lIns="0" tIns="0" rIns="0" bIns="0" anchor="t" anchorCtr="0">
            <a:spAutoFit/>
          </a:bodyPr>
          <a:lstStyle>
            <a:lvl1pPr>
              <a:spcBef>
                <a:spcPts val="900"/>
              </a:spcBef>
              <a:defRPr sz="320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100" b="0" cap="all" baseline="0">
                <a:solidFill>
                  <a:schemeClr val="tx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6" name="Espace réservé du texte 11"/>
          <p:cNvSpPr>
            <a:spLocks noGrp="1"/>
          </p:cNvSpPr>
          <p:nvPr>
            <p:ph type="body" sz="quarter" idx="17" hasCustomPrompt="1"/>
          </p:nvPr>
        </p:nvSpPr>
        <p:spPr>
          <a:xfrm>
            <a:off x="1079503" y="1941872"/>
            <a:ext cx="5207001" cy="218547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8" hasCustomPrompt="1"/>
          </p:nvPr>
        </p:nvSpPr>
        <p:spPr>
          <a:xfrm>
            <a:off x="1079502" y="4617001"/>
            <a:ext cx="7780545" cy="107722"/>
          </a:xfrm>
        </p:spPr>
        <p:txBody>
          <a:bodyPr>
            <a:spAutoFit/>
          </a:bodyPr>
          <a:lstStyle>
            <a:lvl1pPr>
              <a:defRPr sz="700" i="1"/>
            </a:lvl1pPr>
            <a:lvl5pPr>
              <a:defRPr/>
            </a:lvl5pPr>
          </a:lstStyle>
          <a:p>
            <a:pPr lvl="0"/>
            <a:r>
              <a:rPr lang="fr-FR"/>
              <a:t>Notes de bas de page</a:t>
            </a:r>
          </a:p>
        </p:txBody>
      </p:sp>
      <p:sp>
        <p:nvSpPr>
          <p:cNvPr id="17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499" y="975123"/>
            <a:ext cx="7780544" cy="758428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88675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+ graphique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499" y="975124"/>
            <a:ext cx="2358000" cy="3266407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/>
          </p:nvPr>
        </p:nvSpPr>
        <p:spPr>
          <a:xfrm>
            <a:off x="3906278" y="1320469"/>
            <a:ext cx="2127486" cy="2095285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6" hasCustomPrompt="1"/>
          </p:nvPr>
        </p:nvSpPr>
        <p:spPr>
          <a:xfrm>
            <a:off x="6485268" y="916602"/>
            <a:ext cx="1734391" cy="658642"/>
          </a:xfrm>
          <a:noFill/>
        </p:spPr>
        <p:txBody>
          <a:bodyPr wrap="square" lIns="0" tIns="0" rIns="0" bIns="0" anchor="t" anchorCtr="0">
            <a:spAutoFit/>
          </a:bodyPr>
          <a:lstStyle>
            <a:lvl1pPr>
              <a:spcBef>
                <a:spcPts val="900"/>
              </a:spcBef>
              <a:defRPr sz="3400">
                <a:solidFill>
                  <a:schemeClr val="accent1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100" b="0" cap="all" baseline="0">
                <a:solidFill>
                  <a:schemeClr val="tx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/>
              <a:t>#</a:t>
            </a:r>
          </a:p>
          <a:p>
            <a:pPr lvl="1"/>
            <a:r>
              <a:rPr lang="fr-FR"/>
              <a:t>Deuxième niveau</a:t>
            </a:r>
            <a:endParaRPr lang="fr-FR" dirty="0"/>
          </a:p>
        </p:txBody>
      </p:sp>
      <p:sp>
        <p:nvSpPr>
          <p:cNvPr id="16" name="Espace réservé du texte 11"/>
          <p:cNvSpPr>
            <a:spLocks noGrp="1"/>
          </p:cNvSpPr>
          <p:nvPr>
            <p:ph type="body" sz="quarter" idx="17" hasCustomPrompt="1"/>
          </p:nvPr>
        </p:nvSpPr>
        <p:spPr>
          <a:xfrm>
            <a:off x="3906278" y="982743"/>
            <a:ext cx="2127486" cy="204016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du texte 11"/>
          <p:cNvSpPr>
            <a:spLocks noGrp="1"/>
          </p:cNvSpPr>
          <p:nvPr>
            <p:ph type="body" sz="quarter" idx="18" hasCustomPrompt="1"/>
          </p:nvPr>
        </p:nvSpPr>
        <p:spPr>
          <a:xfrm>
            <a:off x="1079502" y="4617001"/>
            <a:ext cx="7780545" cy="107722"/>
          </a:xfrm>
        </p:spPr>
        <p:txBody>
          <a:bodyPr>
            <a:spAutoFit/>
          </a:bodyPr>
          <a:lstStyle>
            <a:lvl1pPr>
              <a:defRPr sz="700" i="1"/>
            </a:lvl1pPr>
            <a:lvl5pPr>
              <a:defRPr/>
            </a:lvl5pPr>
          </a:lstStyle>
          <a:p>
            <a:pPr lvl="0"/>
            <a:r>
              <a:rPr lang="fr-FR"/>
              <a:t>Notes de bas de page</a:t>
            </a:r>
          </a:p>
        </p:txBody>
      </p:sp>
      <p:sp>
        <p:nvSpPr>
          <p:cNvPr id="15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0113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/>
          </p:nvPr>
        </p:nvSpPr>
        <p:spPr>
          <a:xfrm>
            <a:off x="1079502" y="3528000"/>
            <a:ext cx="7780545" cy="87304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/>
          </p:nvPr>
        </p:nvSpPr>
        <p:spPr>
          <a:xfrm>
            <a:off x="3783100" y="1253689"/>
            <a:ext cx="2365200" cy="201600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5" name="Espace réservé du graphique 3"/>
          <p:cNvSpPr>
            <a:spLocks noGrp="1"/>
          </p:cNvSpPr>
          <p:nvPr>
            <p:ph type="chart" sz="quarter" idx="16"/>
          </p:nvPr>
        </p:nvSpPr>
        <p:spPr>
          <a:xfrm>
            <a:off x="1079502" y="1253689"/>
            <a:ext cx="2366641" cy="201600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6" name="Espace réservé du graphique 3"/>
          <p:cNvSpPr>
            <a:spLocks noGrp="1"/>
          </p:cNvSpPr>
          <p:nvPr>
            <p:ph type="chart" sz="quarter" idx="17"/>
          </p:nvPr>
        </p:nvSpPr>
        <p:spPr>
          <a:xfrm>
            <a:off x="6485268" y="1253689"/>
            <a:ext cx="2366641" cy="2016000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7" name="Espace réservé du texte 11"/>
          <p:cNvSpPr>
            <a:spLocks noGrp="1"/>
          </p:cNvSpPr>
          <p:nvPr>
            <p:ph type="body" sz="quarter" idx="18" hasCustomPrompt="1"/>
          </p:nvPr>
        </p:nvSpPr>
        <p:spPr>
          <a:xfrm>
            <a:off x="1079503" y="982800"/>
            <a:ext cx="7780543" cy="204016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18" name="Espace réservé du texte 11"/>
          <p:cNvSpPr>
            <a:spLocks noGrp="1"/>
          </p:cNvSpPr>
          <p:nvPr>
            <p:ph type="body" sz="quarter" idx="19" hasCustomPrompt="1"/>
          </p:nvPr>
        </p:nvSpPr>
        <p:spPr>
          <a:xfrm>
            <a:off x="1079502" y="4617001"/>
            <a:ext cx="7780545" cy="107722"/>
          </a:xfrm>
        </p:spPr>
        <p:txBody>
          <a:bodyPr>
            <a:spAutoFit/>
          </a:bodyPr>
          <a:lstStyle>
            <a:lvl1pPr>
              <a:defRPr sz="700" i="1"/>
            </a:lvl1pPr>
            <a:lvl5pPr>
              <a:defRPr/>
            </a:lvl5pPr>
          </a:lstStyle>
          <a:p>
            <a:pPr lvl="0"/>
            <a:r>
              <a:rPr lang="fr-FR"/>
              <a:t>Notes de bas de page</a:t>
            </a:r>
          </a:p>
        </p:txBody>
      </p:sp>
      <p:sp>
        <p:nvSpPr>
          <p:cNvPr id="14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361997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79502" y="4617001"/>
            <a:ext cx="7780545" cy="107722"/>
          </a:xfrm>
        </p:spPr>
        <p:txBody>
          <a:bodyPr>
            <a:spAutoFit/>
          </a:bodyPr>
          <a:lstStyle>
            <a:lvl1pPr>
              <a:defRPr sz="700" i="1"/>
            </a:lvl1pPr>
            <a:lvl5pPr>
              <a:defRPr/>
            </a:lvl5pPr>
          </a:lstStyle>
          <a:p>
            <a:pPr lvl="0"/>
            <a:r>
              <a:rPr lang="fr-FR"/>
              <a:t>Notes de bas de page</a:t>
            </a:r>
          </a:p>
        </p:txBody>
      </p:sp>
      <p:sp>
        <p:nvSpPr>
          <p:cNvPr id="8" name="Espace réservé du tableau 7"/>
          <p:cNvSpPr>
            <a:spLocks noGrp="1"/>
          </p:cNvSpPr>
          <p:nvPr>
            <p:ph type="tbl" sz="quarter" idx="15"/>
          </p:nvPr>
        </p:nvSpPr>
        <p:spPr>
          <a:xfrm>
            <a:off x="1080000" y="975600"/>
            <a:ext cx="7776662" cy="3297011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1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446662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 + 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79502" y="4617001"/>
            <a:ext cx="7780545" cy="107722"/>
          </a:xfrm>
        </p:spPr>
        <p:txBody>
          <a:bodyPr>
            <a:spAutoFit/>
          </a:bodyPr>
          <a:lstStyle>
            <a:lvl1pPr>
              <a:defRPr sz="700" i="1"/>
            </a:lvl1pPr>
            <a:lvl5pPr>
              <a:defRPr/>
            </a:lvl5pPr>
          </a:lstStyle>
          <a:p>
            <a:pPr lvl="0"/>
            <a:r>
              <a:rPr lang="fr-FR"/>
              <a:t>Notes de bas de page</a:t>
            </a:r>
          </a:p>
        </p:txBody>
      </p:sp>
      <p:sp>
        <p:nvSpPr>
          <p:cNvPr id="8" name="Espace réservé du tableau 7"/>
          <p:cNvSpPr>
            <a:spLocks noGrp="1"/>
          </p:cNvSpPr>
          <p:nvPr>
            <p:ph type="tbl" sz="quarter" idx="15"/>
          </p:nvPr>
        </p:nvSpPr>
        <p:spPr>
          <a:xfrm>
            <a:off x="1080000" y="1211421"/>
            <a:ext cx="7776662" cy="1387888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3" name="Espace réservé du graphique 3"/>
          <p:cNvSpPr>
            <a:spLocks noGrp="1"/>
          </p:cNvSpPr>
          <p:nvPr>
            <p:ph type="chart" sz="quarter" idx="16"/>
          </p:nvPr>
        </p:nvSpPr>
        <p:spPr>
          <a:xfrm>
            <a:off x="815788" y="2854585"/>
            <a:ext cx="8040874" cy="1685334"/>
          </a:xfrm>
        </p:spPr>
        <p:txBody>
          <a:bodyPr/>
          <a:lstStyle>
            <a:lvl1pPr>
              <a:defRPr b="0">
                <a:solidFill>
                  <a:schemeClr val="bg2"/>
                </a:solidFill>
              </a:defRPr>
            </a:lvl1pPr>
          </a:lstStyle>
          <a:p>
            <a:endParaRPr lang="fr-FR"/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7" hasCustomPrompt="1"/>
          </p:nvPr>
        </p:nvSpPr>
        <p:spPr>
          <a:xfrm>
            <a:off x="1079503" y="982800"/>
            <a:ext cx="7780543" cy="204016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8" hasCustomPrompt="1"/>
          </p:nvPr>
        </p:nvSpPr>
        <p:spPr>
          <a:xfrm>
            <a:off x="1079503" y="2797200"/>
            <a:ext cx="7780543" cy="204016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17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8132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encadré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11"/>
          <p:cNvSpPr>
            <a:spLocks noGrp="1"/>
          </p:cNvSpPr>
          <p:nvPr>
            <p:ph type="body" sz="quarter" idx="20"/>
          </p:nvPr>
        </p:nvSpPr>
        <p:spPr>
          <a:xfrm>
            <a:off x="3743365" y="1909938"/>
            <a:ext cx="2452808" cy="2634070"/>
          </a:xfrm>
          <a:solidFill>
            <a:srgbClr val="EAEAEA"/>
          </a:solidFill>
        </p:spPr>
        <p:txBody>
          <a:bodyPr lIns="180000" tIns="468000" rIns="180000"/>
          <a:lstStyle>
            <a:lvl1pPr algn="ctr">
              <a:spcBef>
                <a:spcPts val="400"/>
              </a:spcBef>
              <a:defRPr sz="1000" cap="all" baseline="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4" name="Espace réservé du texte 11"/>
          <p:cNvSpPr>
            <a:spLocks noGrp="1"/>
          </p:cNvSpPr>
          <p:nvPr>
            <p:ph type="body" sz="quarter" idx="21"/>
          </p:nvPr>
        </p:nvSpPr>
        <p:spPr>
          <a:xfrm>
            <a:off x="6407235" y="1909938"/>
            <a:ext cx="2452808" cy="2634070"/>
          </a:xfrm>
          <a:solidFill>
            <a:srgbClr val="EAEAEA"/>
          </a:solidFill>
        </p:spPr>
        <p:txBody>
          <a:bodyPr lIns="180000" tIns="468000" rIns="180000"/>
          <a:lstStyle>
            <a:lvl1pPr algn="ctr">
              <a:spcBef>
                <a:spcPts val="400"/>
              </a:spcBef>
              <a:defRPr sz="1000" cap="all" baseline="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5" name="Espace réservé du texte 11"/>
          <p:cNvSpPr>
            <a:spLocks noGrp="1"/>
          </p:cNvSpPr>
          <p:nvPr>
            <p:ph type="body" sz="quarter" idx="16"/>
          </p:nvPr>
        </p:nvSpPr>
        <p:spPr>
          <a:xfrm>
            <a:off x="1079499" y="1909938"/>
            <a:ext cx="2452808" cy="2634070"/>
          </a:xfrm>
          <a:solidFill>
            <a:srgbClr val="EAEAEA"/>
          </a:solidFill>
        </p:spPr>
        <p:txBody>
          <a:bodyPr lIns="180000" tIns="468000" rIns="180000"/>
          <a:lstStyle>
            <a:lvl1pPr algn="ctr">
              <a:spcBef>
                <a:spcPts val="400"/>
              </a:spcBef>
              <a:defRPr sz="1000" cap="all" baseline="0">
                <a:solidFill>
                  <a:schemeClr val="tx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>
          <a:xfrm>
            <a:off x="1079503" y="982800"/>
            <a:ext cx="7780543" cy="204016"/>
          </a:xfrm>
        </p:spPr>
        <p:txBody>
          <a:bodyPr/>
          <a:lstStyle>
            <a:lvl1pPr>
              <a:defRPr sz="1300" b="1" cap="all" baseline="0">
                <a:solidFill>
                  <a:schemeClr val="accent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dirty="0"/>
              <a:t>Titre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5" hasCustomPrompt="1"/>
          </p:nvPr>
        </p:nvSpPr>
        <p:spPr>
          <a:xfrm>
            <a:off x="1079502" y="1263232"/>
            <a:ext cx="2452805" cy="972000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72000" tIns="36000" rIns="72000" bIns="72000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7" hasCustomPrompt="1"/>
          </p:nvPr>
        </p:nvSpPr>
        <p:spPr>
          <a:xfrm>
            <a:off x="6407243" y="1263232"/>
            <a:ext cx="2452805" cy="972000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lIns="72000" tIns="36000" rIns="72000" bIns="72000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21" name="Espace réservé du texte 20"/>
          <p:cNvSpPr>
            <a:spLocks noGrp="1"/>
          </p:cNvSpPr>
          <p:nvPr>
            <p:ph type="body" sz="quarter" idx="19" hasCustomPrompt="1"/>
          </p:nvPr>
        </p:nvSpPr>
        <p:spPr>
          <a:xfrm>
            <a:off x="3743372" y="1263232"/>
            <a:ext cx="2452805" cy="972000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72000" tIns="36000" rIns="72000" bIns="72000">
            <a:noAutofit/>
          </a:bodyPr>
          <a:lstStyle>
            <a:lvl1pPr algn="ctr">
              <a:defRPr sz="3200" b="1">
                <a:solidFill>
                  <a:schemeClr val="bg1"/>
                </a:solidFill>
              </a:defRPr>
            </a:lvl1pPr>
            <a:lvl2pPr marL="0" indent="0" algn="ctr">
              <a:spcBef>
                <a:spcPts val="0"/>
              </a:spcBef>
              <a:buNone/>
              <a:defRPr sz="1000" cap="all" baseline="0">
                <a:solidFill>
                  <a:schemeClr val="bg1"/>
                </a:solidFill>
              </a:defRPr>
            </a:lvl2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7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776397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exte 21"/>
          <p:cNvSpPr>
            <a:spLocks noGrp="1"/>
          </p:cNvSpPr>
          <p:nvPr>
            <p:ph type="body" sz="quarter" idx="18" hasCustomPrompt="1"/>
          </p:nvPr>
        </p:nvSpPr>
        <p:spPr>
          <a:xfrm>
            <a:off x="3671893" y="1981596"/>
            <a:ext cx="2013491" cy="2430000"/>
          </a:xfrm>
          <a:prstGeom prst="rect">
            <a:avLst/>
          </a:prstGeom>
          <a:solidFill>
            <a:srgbClr val="EAEAEA"/>
          </a:solidFill>
        </p:spPr>
        <p:txBody>
          <a:bodyPr wrap="square" lIns="180000" tIns="72000" rIns="180000" bIns="324000" anchor="ctr" anchorCtr="0">
            <a:noAutofit/>
          </a:bodyPr>
          <a:lstStyle>
            <a:lvl1pPr algn="l">
              <a:lnSpc>
                <a:spcPct val="85000"/>
              </a:lnSpc>
              <a:spcBef>
                <a:spcPts val="0"/>
              </a:spcBef>
              <a:defRPr sz="3200" b="1">
                <a:solidFill>
                  <a:schemeClr val="accent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0"/>
              </a:spcBef>
              <a:buNone/>
              <a:defRPr sz="1100" b="0" cap="none" baseline="0">
                <a:solidFill>
                  <a:schemeClr val="tx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3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7" name="object 13"/>
          <p:cNvSpPr/>
          <p:nvPr userDrawn="1"/>
        </p:nvSpPr>
        <p:spPr>
          <a:xfrm>
            <a:off x="1080005" y="4795195"/>
            <a:ext cx="8067675" cy="0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5" hasCustomPrompt="1"/>
          </p:nvPr>
        </p:nvSpPr>
        <p:spPr>
          <a:xfrm>
            <a:off x="3671893" y="1020762"/>
            <a:ext cx="2013491" cy="1368000"/>
          </a:xfrm>
          <a:custGeom>
            <a:avLst/>
            <a:gdLst>
              <a:gd name="connsiteX0" fmla="*/ 0 w 2452805"/>
              <a:gd name="connsiteY0" fmla="*/ 0 h 1199490"/>
              <a:gd name="connsiteX1" fmla="*/ 2452805 w 2452805"/>
              <a:gd name="connsiteY1" fmla="*/ 0 h 1199490"/>
              <a:gd name="connsiteX2" fmla="*/ 2452805 w 2452805"/>
              <a:gd name="connsiteY2" fmla="*/ 955118 h 1199490"/>
              <a:gd name="connsiteX3" fmla="*/ 1226402 w 2452805"/>
              <a:gd name="connsiteY3" fmla="*/ 1199490 h 1199490"/>
              <a:gd name="connsiteX4" fmla="*/ 0 w 2452805"/>
              <a:gd name="connsiteY4" fmla="*/ 955118 h 119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52805" h="1199490">
                <a:moveTo>
                  <a:pt x="0" y="0"/>
                </a:moveTo>
                <a:lnTo>
                  <a:pt x="2452805" y="0"/>
                </a:lnTo>
                <a:lnTo>
                  <a:pt x="2452805" y="955118"/>
                </a:lnTo>
                <a:lnTo>
                  <a:pt x="1226402" y="1199490"/>
                </a:lnTo>
                <a:lnTo>
                  <a:pt x="0" y="955118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80000" tIns="72000" rIns="180000" bIns="324000" anchor="ctr" anchorCtr="0">
            <a:noAutofit/>
          </a:bodyPr>
          <a:lstStyle>
            <a:lvl1pPr algn="l">
              <a:lnSpc>
                <a:spcPct val="85000"/>
              </a:lnSpc>
              <a:spcBef>
                <a:spcPts val="0"/>
              </a:spcBef>
              <a:defRPr sz="3200" b="1">
                <a:solidFill>
                  <a:schemeClr val="bg1"/>
                </a:solidFill>
              </a:defRPr>
            </a:lvl1pPr>
            <a:lvl2pPr marL="0" indent="0" algn="l">
              <a:lnSpc>
                <a:spcPct val="85000"/>
              </a:lnSpc>
              <a:spcBef>
                <a:spcPts val="0"/>
              </a:spcBef>
              <a:buNone/>
              <a:defRPr sz="1100" b="0" cap="none" baseline="0">
                <a:solidFill>
                  <a:schemeClr val="bg1"/>
                </a:solidFill>
              </a:defRPr>
            </a:lvl2pPr>
            <a:lvl3pPr marL="0" indent="0" algn="l">
              <a:lnSpc>
                <a:spcPct val="85000"/>
              </a:lnSpc>
              <a:spcBef>
                <a:spcPts val="0"/>
              </a:spcBef>
              <a:buNone/>
              <a:defRPr sz="1000" b="0" cap="none" baseline="0">
                <a:solidFill>
                  <a:schemeClr val="bg1"/>
                </a:solidFill>
              </a:defRPr>
            </a:lvl3pPr>
            <a:lvl5pPr>
              <a:defRPr/>
            </a:lvl5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1080752" y="975600"/>
            <a:ext cx="2208163" cy="3435996"/>
          </a:xfrm>
        </p:spPr>
        <p:txBody>
          <a:bodyPr/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quarter" idx="19" hasCustomPrompt="1"/>
          </p:nvPr>
        </p:nvSpPr>
        <p:spPr>
          <a:xfrm>
            <a:off x="6068362" y="918000"/>
            <a:ext cx="2797831" cy="658642"/>
          </a:xfrm>
        </p:spPr>
        <p:txBody>
          <a:bodyPr>
            <a:spAutoFit/>
          </a:bodyPr>
          <a:lstStyle>
            <a:lvl1pPr>
              <a:spcBef>
                <a:spcPts val="900"/>
              </a:spcBef>
              <a:defRPr sz="3400">
                <a:solidFill>
                  <a:schemeClr val="accent1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1100" b="0" cap="all" baseline="0"/>
            </a:lvl2pPr>
          </a:lstStyle>
          <a:p>
            <a:pPr lvl="0"/>
            <a:r>
              <a:rPr lang="fr-FR" dirty="0"/>
              <a:t>#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2" name="Espace réservé du texte 8"/>
          <p:cNvSpPr>
            <a:spLocks noGrp="1"/>
          </p:cNvSpPr>
          <p:nvPr>
            <p:ph type="body" sz="quarter" idx="13" hasCustomPrompt="1"/>
          </p:nvPr>
        </p:nvSpPr>
        <p:spPr>
          <a:xfrm>
            <a:off x="223838" y="262675"/>
            <a:ext cx="591950" cy="307777"/>
          </a:xfrm>
        </p:spPr>
        <p:txBody>
          <a:bodyPr>
            <a:spAutoFit/>
          </a:bodyPr>
          <a:lstStyle>
            <a:lvl1pPr algn="ctr"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fr-FR" dirty="0"/>
              <a:t>#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3462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/>
          <p:nvPr userDrawn="1"/>
        </p:nvSpPr>
        <p:spPr>
          <a:xfrm>
            <a:off x="287338" y="329803"/>
            <a:ext cx="8578849" cy="4465391"/>
          </a:xfrm>
          <a:custGeom>
            <a:avLst/>
            <a:gdLst/>
            <a:ahLst/>
            <a:cxnLst/>
            <a:rect l="l" t="t" r="r" b="b"/>
            <a:pathLst>
              <a:path w="8571865" h="5781675">
                <a:moveTo>
                  <a:pt x="0" y="5781598"/>
                </a:moveTo>
                <a:lnTo>
                  <a:pt x="8571598" y="5781598"/>
                </a:lnTo>
                <a:lnTo>
                  <a:pt x="8571598" y="0"/>
                </a:lnTo>
                <a:lnTo>
                  <a:pt x="0" y="0"/>
                </a:lnTo>
                <a:lnTo>
                  <a:pt x="0" y="5781598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‹#›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1080000" y="580440"/>
            <a:ext cx="7400612" cy="3571889"/>
          </a:xfrm>
        </p:spPr>
        <p:txBody>
          <a:bodyPr/>
          <a:lstStyle>
            <a:lvl1pPr>
              <a:defRPr sz="1500" b="1" cap="all" baseline="0">
                <a:solidFill>
                  <a:schemeClr val="tx2"/>
                </a:solidFill>
              </a:defRPr>
            </a:lvl1pPr>
            <a:lvl2pPr marL="0" indent="0" algn="just">
              <a:lnSpc>
                <a:spcPct val="110000"/>
              </a:lnSpc>
              <a:spcBef>
                <a:spcPts val="600"/>
              </a:spcBef>
              <a:buNone/>
              <a:defRPr sz="900" b="0">
                <a:solidFill>
                  <a:schemeClr val="tx1"/>
                </a:solidFill>
              </a:defRPr>
            </a:lvl2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4833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k object 16"/>
          <p:cNvSpPr/>
          <p:nvPr userDrawn="1"/>
        </p:nvSpPr>
        <p:spPr>
          <a:xfrm>
            <a:off x="287338" y="329803"/>
            <a:ext cx="8578849" cy="4465391"/>
          </a:xfrm>
          <a:custGeom>
            <a:avLst/>
            <a:gdLst/>
            <a:ahLst/>
            <a:cxnLst/>
            <a:rect l="l" t="t" r="r" b="b"/>
            <a:pathLst>
              <a:path w="8571865" h="5781675">
                <a:moveTo>
                  <a:pt x="0" y="5781598"/>
                </a:moveTo>
                <a:lnTo>
                  <a:pt x="8571598" y="5781598"/>
                </a:lnTo>
                <a:lnTo>
                  <a:pt x="8571598" y="0"/>
                </a:lnTo>
                <a:lnTo>
                  <a:pt x="0" y="0"/>
                </a:lnTo>
                <a:lnTo>
                  <a:pt x="0" y="5781598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3665304" y="573648"/>
            <a:ext cx="2726690" cy="484748"/>
          </a:xfrm>
        </p:spPr>
        <p:txBody>
          <a:bodyPr>
            <a:spAutoFit/>
          </a:bodyPr>
          <a:lstStyle>
            <a:lvl1pPr>
              <a:defRPr sz="1300" b="1" cap="all" baseline="0">
                <a:solidFill>
                  <a:schemeClr val="tx2"/>
                </a:solidFill>
              </a:defRPr>
            </a:lvl1pPr>
            <a:lvl2pPr marL="0" indent="0">
              <a:spcBef>
                <a:spcPts val="900"/>
              </a:spcBef>
              <a:buNone/>
              <a:defRPr sz="1100" b="0" cap="none">
                <a:solidFill>
                  <a:schemeClr val="tx1"/>
                </a:solidFill>
              </a:defRPr>
            </a:lvl2pPr>
            <a:lvl3pPr>
              <a:defRPr sz="1200" b="0" cap="none">
                <a:solidFill>
                  <a:schemeClr val="tx1"/>
                </a:solidFill>
              </a:defRPr>
            </a:lvl3pPr>
          </a:lstStyle>
          <a:p>
            <a:pPr lvl="0"/>
            <a:r>
              <a:rPr lang="fr-FR" dirty="0"/>
              <a:t>Modifier les styles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3665304" y="3186000"/>
            <a:ext cx="2726690" cy="484748"/>
          </a:xfrm>
        </p:spPr>
        <p:txBody>
          <a:bodyPr>
            <a:spAutoFit/>
          </a:bodyPr>
          <a:lstStyle>
            <a:lvl1pPr>
              <a:defRPr sz="1300" b="1" cap="all" baseline="0">
                <a:solidFill>
                  <a:schemeClr val="tx2"/>
                </a:solidFill>
              </a:defRPr>
            </a:lvl1pPr>
            <a:lvl2pPr marL="0" indent="0">
              <a:spcBef>
                <a:spcPts val="900"/>
              </a:spcBef>
              <a:buNone/>
              <a:defRPr sz="1100" b="0" cap="none">
                <a:solidFill>
                  <a:schemeClr val="tx1"/>
                </a:solidFill>
              </a:defRPr>
            </a:lvl2pPr>
            <a:lvl3pPr>
              <a:defRPr sz="1200" b="0" cap="none">
                <a:solidFill>
                  <a:schemeClr val="tx1"/>
                </a:solidFill>
              </a:defRPr>
            </a:lvl3pPr>
          </a:lstStyle>
          <a:p>
            <a:pPr lvl="0"/>
            <a:r>
              <a:rPr lang="fr-FR" dirty="0"/>
              <a:t>Modifier les styles</a:t>
            </a:r>
          </a:p>
          <a:p>
            <a:pPr lvl="1"/>
            <a:r>
              <a:rPr lang="fr-FR" dirty="0"/>
              <a:t>Deuxième niveau</a:t>
            </a:r>
          </a:p>
        </p:txBody>
      </p:sp>
      <p:sp>
        <p:nvSpPr>
          <p:cNvPr id="4" name="ZoneTexte 3"/>
          <p:cNvSpPr txBox="1"/>
          <p:nvPr userDrawn="1"/>
        </p:nvSpPr>
        <p:spPr>
          <a:xfrm>
            <a:off x="1067305" y="531079"/>
            <a:ext cx="225014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2800" b="1">
                <a:solidFill>
                  <a:schemeClr val="bg2"/>
                </a:solidFill>
              </a:rPr>
              <a:t>CONTACT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9477" y="4300837"/>
            <a:ext cx="840000" cy="251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24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080005" y="294625"/>
            <a:ext cx="7780043" cy="4563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</a:t>
            </a:r>
            <a:r>
              <a:rPr lang="fr-FR" dirty="0"/>
              <a:t>style du titre 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80005" y="975600"/>
            <a:ext cx="7780043" cy="32635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/>
              <a:t>Cinquième niveau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448000" y="4893579"/>
            <a:ext cx="5016166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 b="0" cap="none" baseline="0">
                <a:solidFill>
                  <a:srgbClr val="7F7F7F"/>
                </a:solidFill>
              </a:defRPr>
            </a:lvl1pPr>
          </a:lstStyle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80000" y="4893579"/>
            <a:ext cx="190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800" b="1" cap="all" baseline="0">
                <a:solidFill>
                  <a:schemeClr val="tx2"/>
                </a:solidFill>
              </a:defRPr>
            </a:lvl1pPr>
          </a:lstStyle>
          <a:p>
            <a:fld id="{4F985FF9-ADA8-465B-B1B8-A5AF16A5E141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1" name="object 13"/>
          <p:cNvSpPr/>
          <p:nvPr userDrawn="1"/>
        </p:nvSpPr>
        <p:spPr>
          <a:xfrm rot="16200000">
            <a:off x="848592" y="424680"/>
            <a:ext cx="462823" cy="262621"/>
          </a:xfrm>
          <a:custGeom>
            <a:avLst/>
            <a:gdLst/>
            <a:ahLst/>
            <a:cxnLst/>
            <a:rect l="l" t="t" r="r" b="b"/>
            <a:pathLst>
              <a:path w="8067675">
                <a:moveTo>
                  <a:pt x="0" y="0"/>
                </a:moveTo>
                <a:lnTo>
                  <a:pt x="8067593" y="0"/>
                </a:lnTo>
              </a:path>
            </a:pathLst>
          </a:custGeom>
          <a:ln w="6350">
            <a:solidFill>
              <a:schemeClr val="bg1">
                <a:lumMod val="50000"/>
              </a:schemeClr>
            </a:solidFill>
          </a:ln>
        </p:spPr>
        <p:txBody>
          <a:bodyPr wrap="square" lIns="0" tIns="0" rIns="0" bIns="0" rtlCol="0"/>
          <a:lstStyle/>
          <a:p>
            <a:endParaRPr sz="180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9562" y="4850742"/>
            <a:ext cx="690372" cy="178038"/>
          </a:xfrm>
          <a:prstGeom prst="rect">
            <a:avLst/>
          </a:prstGeom>
        </p:spPr>
      </p:pic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381494" y="4893579"/>
            <a:ext cx="1008000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fr-FR" sz="800" b="0" cap="all" baseline="0" smtClean="0">
                <a:solidFill>
                  <a:srgbClr val="7F7F7F"/>
                </a:solidFill>
              </a:defRPr>
            </a:lvl1pPr>
          </a:lstStyle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7" name="MSIPCMContentMarking" descr="{&quot;HashCode&quot;:1644228579,&quot;Placement&quot;:&quot;Footer&quot;}">
            <a:extLst>
              <a:ext uri="{FF2B5EF4-FFF2-40B4-BE49-F238E27FC236}">
                <a16:creationId xmlns:a16="http://schemas.microsoft.com/office/drawing/2014/main" id="{049E5A0E-6336-490B-8899-443799516794}"/>
              </a:ext>
            </a:extLst>
          </p:cNvPr>
          <p:cNvSpPr txBox="1"/>
          <p:nvPr userDrawn="1"/>
        </p:nvSpPr>
        <p:spPr>
          <a:xfrm>
            <a:off x="0" y="5034969"/>
            <a:ext cx="202774" cy="10853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100">
                <a:solidFill>
                  <a:srgbClr val="FFFFFF"/>
                </a:solidFill>
                <a:latin typeface="Calibri" panose="020F0502020204030204" pitchFamily="34" charset="0"/>
              </a:rPr>
              <a:t>C1 - Public Natixis</a:t>
            </a:r>
          </a:p>
        </p:txBody>
      </p:sp>
    </p:spTree>
    <p:extLst>
      <p:ext uri="{BB962C8B-B14F-4D97-AF65-F5344CB8AC3E}">
        <p14:creationId xmlns:p14="http://schemas.microsoft.com/office/powerpoint/2010/main" val="108192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93" r:id="rId4"/>
    <p:sldLayoutId id="2147483694" r:id="rId5"/>
    <p:sldLayoutId id="2147483650" r:id="rId6"/>
    <p:sldLayoutId id="2147483657" r:id="rId7"/>
    <p:sldLayoutId id="2147483658" r:id="rId8"/>
    <p:sldLayoutId id="2147483655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7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3" r:id="rId24"/>
    <p:sldLayoutId id="2147483674" r:id="rId25"/>
    <p:sldLayoutId id="2147483675" r:id="rId26"/>
  </p:sldLayoutIdLst>
  <p:hf hd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7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216000" indent="-216000" algn="l" defTabSz="685783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Wingdings 3" panose="05040102010807070707" pitchFamily="18" charset="2"/>
        <a:buChar char=""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234000" indent="-234000" algn="l" defTabSz="685783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Wingdings" panose="05000000000000000000" pitchFamily="2" charset="2"/>
        <a:buChar char=""/>
        <a:defRPr sz="1300" b="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450000" indent="-180000" algn="l" defTabSz="685783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3" panose="05040102010807070707" pitchFamily="18" charset="2"/>
        <a:buChar char="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594000" indent="-129600" algn="l" defTabSz="685783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583185" indent="-129597" algn="l" defTabSz="685783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43" userDrawn="1">
          <p15:clr>
            <a:srgbClr val="F26B43"/>
          </p15:clr>
        </p15:guide>
        <p15:guide id="2" pos="678" userDrawn="1">
          <p15:clr>
            <a:srgbClr val="F26B43"/>
          </p15:clr>
        </p15:guide>
        <p15:guide id="3" pos="5585" userDrawn="1">
          <p15:clr>
            <a:srgbClr val="F26B43"/>
          </p15:clr>
        </p15:guide>
        <p15:guide id="6" orient="horz" pos="204" userDrawn="1">
          <p15:clr>
            <a:srgbClr val="F26B43"/>
          </p15:clr>
        </p15:guide>
        <p15:guide id="7" pos="1872" userDrawn="1">
          <p15:clr>
            <a:srgbClr val="F26B43"/>
          </p15:clr>
        </p15:guide>
        <p15:guide id="8" orient="horz" pos="38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970001" y="1625401"/>
            <a:ext cx="4359159" cy="409343"/>
          </a:xfrm>
        </p:spPr>
        <p:txBody>
          <a:bodyPr/>
          <a:lstStyle/>
          <a:p>
            <a:r>
              <a:rPr lang="fr-FR" dirty="0" err="1"/>
              <a:t>eMatch</a:t>
            </a:r>
            <a:r>
              <a:rPr lang="fr-FR" dirty="0"/>
              <a:t> GUI </a:t>
            </a:r>
            <a:r>
              <a:rPr lang="fr-FR" dirty="0" err="1"/>
              <a:t>Presentation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Leonardo Monteiro	</a:t>
            </a:r>
          </a:p>
          <a:p>
            <a:r>
              <a:rPr lang="fr-FR" dirty="0"/>
              <a:t>2022/03/30</a:t>
            </a:r>
          </a:p>
        </p:txBody>
      </p:sp>
    </p:spTree>
    <p:extLst>
      <p:ext uri="{BB962C8B-B14F-4D97-AF65-F5344CB8AC3E}">
        <p14:creationId xmlns:p14="http://schemas.microsoft.com/office/powerpoint/2010/main" val="4118262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>
          <a:xfrm>
            <a:off x="2448000" y="4893579"/>
            <a:ext cx="5016166" cy="123111"/>
          </a:xfrm>
        </p:spPr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fr-FR" b="0" dirty="0"/>
          </a:p>
          <a:p>
            <a:r>
              <a:rPr lang="fr-FR" dirty="0"/>
              <a:t>Menu</a:t>
            </a:r>
            <a:endParaRPr lang="fr-FR" b="0" dirty="0">
              <a:solidFill>
                <a:schemeClr val="tx1"/>
              </a:solidFill>
            </a:endParaRPr>
          </a:p>
          <a:p>
            <a:r>
              <a:rPr lang="fr-FR" dirty="0"/>
              <a:t>Dashboard</a:t>
            </a:r>
            <a:endParaRPr lang="fr-FR" b="0" dirty="0">
              <a:solidFill>
                <a:schemeClr val="tx1"/>
              </a:solidFill>
            </a:endParaRPr>
          </a:p>
          <a:p>
            <a:r>
              <a:rPr lang="fr-FR" dirty="0"/>
              <a:t>Bookmarks</a:t>
            </a:r>
            <a:endParaRPr lang="fr-FR" b="0" dirty="0">
              <a:solidFill>
                <a:schemeClr val="tx1"/>
              </a:solidFill>
            </a:endParaRPr>
          </a:p>
          <a:p>
            <a:r>
              <a:rPr lang="fr-FR" dirty="0"/>
              <a:t>Export Methods</a:t>
            </a:r>
            <a:endParaRPr lang="fr-FR" b="0" dirty="0">
              <a:solidFill>
                <a:schemeClr val="tx1"/>
              </a:solidFill>
            </a:endParaRPr>
          </a:p>
          <a:p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b="0" dirty="0">
              <a:solidFill>
                <a:schemeClr val="tx1"/>
              </a:solidFill>
            </a:endParaRPr>
          </a:p>
          <a:p>
            <a:r>
              <a:rPr lang="fr-FR" dirty="0" err="1"/>
              <a:t>Sql</a:t>
            </a:r>
            <a:r>
              <a:rPr lang="fr-FR" dirty="0"/>
              <a:t> </a:t>
            </a:r>
            <a:r>
              <a:rPr lang="fr-FR" dirty="0" err="1"/>
              <a:t>Requester</a:t>
            </a:r>
            <a:endParaRPr lang="fr-FR" dirty="0"/>
          </a:p>
          <a:p>
            <a:endParaRPr lang="fr-FR" b="0" dirty="0">
              <a:solidFill>
                <a:schemeClr val="tx1"/>
              </a:solidFill>
            </a:endParaRPr>
          </a:p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1362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/>
              <a:t>1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877163"/>
          </a:xfrm>
        </p:spPr>
        <p:txBody>
          <a:bodyPr>
            <a:spAutoFit/>
          </a:bodyPr>
          <a:lstStyle/>
          <a:p>
            <a:r>
              <a:rPr lang="fr-FR" dirty="0" err="1"/>
              <a:t>Overview</a:t>
            </a:r>
            <a:br>
              <a:rPr lang="fr-FR" b="0" dirty="0">
                <a:solidFill>
                  <a:schemeClr val="tx1"/>
                </a:solidFill>
              </a:rPr>
            </a:b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>
          <a:xfrm>
            <a:off x="2448000" y="4893579"/>
            <a:ext cx="5016166" cy="123111"/>
          </a:xfrm>
        </p:spPr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29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br>
              <a:rPr lang="pt-PT" dirty="0"/>
            </a:br>
            <a:endParaRPr lang="fr-FR" sz="1500" dirty="0">
              <a:solidFill>
                <a:schemeClr val="tx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1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02885-70C7-4BB1-86FF-9466812D15E4}"/>
              </a:ext>
            </a:extLst>
          </p:cNvPr>
          <p:cNvSpPr txBox="1"/>
          <p:nvPr/>
        </p:nvSpPr>
        <p:spPr>
          <a:xfrm>
            <a:off x="1080005" y="1077901"/>
            <a:ext cx="6574236" cy="3077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2"/>
                </a:solidFill>
              </a:rPr>
              <a:t>How the Menu in </a:t>
            </a:r>
            <a:r>
              <a:rPr lang="fr-FR" sz="1600" dirty="0" err="1">
                <a:solidFill>
                  <a:schemeClr val="tx2"/>
                </a:solidFill>
              </a:rPr>
              <a:t>eMatch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is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organized</a:t>
            </a:r>
            <a:endParaRPr lang="fr-FR" sz="1600" dirty="0">
              <a:solidFill>
                <a:schemeClr val="tx2"/>
              </a:solidFill>
            </a:endParaRPr>
          </a:p>
          <a:p>
            <a:pPr lvl="1"/>
            <a:endParaRPr lang="fr-FR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2"/>
                </a:solidFill>
              </a:rPr>
              <a:t>What</a:t>
            </a:r>
            <a:r>
              <a:rPr lang="fr-FR" sz="1600" dirty="0">
                <a:solidFill>
                  <a:schemeClr val="tx2"/>
                </a:solidFill>
              </a:rPr>
              <a:t> information </a:t>
            </a:r>
            <a:r>
              <a:rPr lang="fr-FR" sz="1600" dirty="0" err="1">
                <a:solidFill>
                  <a:schemeClr val="tx2"/>
                </a:solidFill>
              </a:rPr>
              <a:t>is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displayed</a:t>
            </a:r>
            <a:r>
              <a:rPr lang="fr-FR" sz="1600" dirty="0">
                <a:solidFill>
                  <a:schemeClr val="tx2"/>
                </a:solidFill>
              </a:rPr>
              <a:t> in the Dashboard, how to </a:t>
            </a:r>
            <a:r>
              <a:rPr lang="fr-FR" sz="1600" dirty="0" err="1">
                <a:solidFill>
                  <a:schemeClr val="tx2"/>
                </a:solidFill>
              </a:rPr>
              <a:t>customize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it</a:t>
            </a:r>
            <a:endParaRPr lang="fr-FR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2"/>
                </a:solidFill>
              </a:rPr>
              <a:t>What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is</a:t>
            </a:r>
            <a:r>
              <a:rPr lang="fr-FR" sz="1600" dirty="0">
                <a:solidFill>
                  <a:schemeClr val="tx2"/>
                </a:solidFill>
              </a:rPr>
              <a:t> a Bookmark and how to </a:t>
            </a:r>
            <a:r>
              <a:rPr lang="fr-FR" sz="1600" dirty="0" err="1">
                <a:solidFill>
                  <a:schemeClr val="tx2"/>
                </a:solidFill>
              </a:rPr>
              <a:t>create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them</a:t>
            </a:r>
            <a:endParaRPr lang="fr-FR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2"/>
                </a:solidFill>
              </a:rPr>
              <a:t>What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methods</a:t>
            </a:r>
            <a:r>
              <a:rPr lang="fr-FR" sz="1600" dirty="0">
                <a:solidFill>
                  <a:schemeClr val="tx2"/>
                </a:solidFill>
              </a:rPr>
              <a:t> are </a:t>
            </a:r>
            <a:r>
              <a:rPr lang="fr-FR" sz="1600" dirty="0" err="1">
                <a:solidFill>
                  <a:schemeClr val="tx2"/>
                </a:solidFill>
              </a:rPr>
              <a:t>available</a:t>
            </a:r>
            <a:r>
              <a:rPr lang="fr-FR" sz="1600" dirty="0">
                <a:solidFill>
                  <a:schemeClr val="tx2"/>
                </a:solidFill>
              </a:rPr>
              <a:t> in </a:t>
            </a:r>
            <a:r>
              <a:rPr lang="fr-FR" sz="1600" dirty="0" err="1">
                <a:solidFill>
                  <a:schemeClr val="tx2"/>
                </a:solidFill>
              </a:rPr>
              <a:t>eMatch</a:t>
            </a:r>
            <a:r>
              <a:rPr lang="fr-FR" sz="1600" dirty="0">
                <a:solidFill>
                  <a:schemeClr val="tx2"/>
                </a:solidFill>
              </a:rPr>
              <a:t> to export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2"/>
                </a:solidFill>
              </a:rPr>
              <a:t>What</a:t>
            </a:r>
            <a:r>
              <a:rPr lang="fr-FR" sz="1600" dirty="0">
                <a:solidFill>
                  <a:schemeClr val="tx2"/>
                </a:solidFill>
              </a:rPr>
              <a:t> are the main </a:t>
            </a:r>
            <a:r>
              <a:rPr lang="fr-FR" sz="1600" dirty="0" err="1">
                <a:solidFill>
                  <a:schemeClr val="tx2"/>
                </a:solidFill>
              </a:rPr>
              <a:t>grid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features</a:t>
            </a:r>
            <a:r>
              <a:rPr lang="fr-FR" sz="1600" dirty="0">
                <a:solidFill>
                  <a:schemeClr val="tx2"/>
                </a:solidFill>
              </a:rPr>
              <a:t> in </a:t>
            </a:r>
            <a:r>
              <a:rPr lang="fr-FR" sz="1600" dirty="0" err="1">
                <a:solidFill>
                  <a:schemeClr val="tx2"/>
                </a:solidFill>
              </a:rPr>
              <a:t>eMatch</a:t>
            </a:r>
            <a:endParaRPr lang="fr-FR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chemeClr val="tx2"/>
                </a:solidFill>
              </a:rPr>
              <a:t>What</a:t>
            </a:r>
            <a:r>
              <a:rPr lang="fr-FR" sz="1600" dirty="0">
                <a:solidFill>
                  <a:schemeClr val="tx2"/>
                </a:solidFill>
              </a:rPr>
              <a:t> can </a:t>
            </a:r>
            <a:r>
              <a:rPr lang="fr-FR" sz="1600" dirty="0" err="1">
                <a:solidFill>
                  <a:schemeClr val="tx2"/>
                </a:solidFill>
              </a:rPr>
              <a:t>be</a:t>
            </a:r>
            <a:r>
              <a:rPr lang="fr-FR" sz="1600" dirty="0">
                <a:solidFill>
                  <a:schemeClr val="tx2"/>
                </a:solidFill>
              </a:rPr>
              <a:t> </a:t>
            </a:r>
            <a:r>
              <a:rPr lang="fr-FR" sz="1600" dirty="0" err="1">
                <a:solidFill>
                  <a:schemeClr val="tx2"/>
                </a:solidFill>
              </a:rPr>
              <a:t>done</a:t>
            </a:r>
            <a:r>
              <a:rPr lang="fr-FR" sz="1600" dirty="0">
                <a:solidFill>
                  <a:schemeClr val="tx2"/>
                </a:solidFill>
              </a:rPr>
              <a:t> in the SQL </a:t>
            </a:r>
            <a:r>
              <a:rPr lang="fr-FR" sz="1600" dirty="0" err="1">
                <a:solidFill>
                  <a:schemeClr val="tx2"/>
                </a:solidFill>
              </a:rPr>
              <a:t>Requester</a:t>
            </a:r>
            <a:r>
              <a:rPr lang="fr-FR" sz="1600" dirty="0">
                <a:solidFill>
                  <a:schemeClr val="tx2"/>
                </a:solidFill>
              </a:rPr>
              <a:t> screen</a:t>
            </a:r>
          </a:p>
          <a:p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46F8C-4E59-4ABC-8591-57E4F9AEE19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44B60-3E22-4EA0-AF84-5B0D1A358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C2D189-9D4A-4829-BE6A-9F50DCEC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634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2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/>
              <a:t>Menu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919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Menu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6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2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 dirty="0"/>
              <a:t>30 MARCH 2022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4EC14-B221-4AC4-8C3F-063959B64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693" y="791288"/>
            <a:ext cx="4546614" cy="38350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1BFB363-37DF-4419-8E75-24B0B6CA338E}"/>
              </a:ext>
            </a:extLst>
          </p:cNvPr>
          <p:cNvSpPr txBox="1"/>
          <p:nvPr/>
        </p:nvSpPr>
        <p:spPr>
          <a:xfrm>
            <a:off x="519813" y="829192"/>
            <a:ext cx="966931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Show/Hide</a:t>
            </a:r>
          </a:p>
          <a:p>
            <a:r>
              <a:rPr lang="pt-PT" sz="1100" dirty="0">
                <a:solidFill>
                  <a:schemeClr val="tx2"/>
                </a:solidFill>
              </a:rPr>
              <a:t>Menu button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BB8F0-4DED-43EB-A254-12D3E5A8E98B}"/>
              </a:ext>
            </a:extLst>
          </p:cNvPr>
          <p:cNvSpPr txBox="1"/>
          <p:nvPr/>
        </p:nvSpPr>
        <p:spPr>
          <a:xfrm>
            <a:off x="519812" y="1790132"/>
            <a:ext cx="88197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Main Menu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D6BDCE-1DB4-4DBD-8A7B-AF17F0A6B8D9}"/>
              </a:ext>
            </a:extLst>
          </p:cNvPr>
          <p:cNvSpPr txBox="1"/>
          <p:nvPr/>
        </p:nvSpPr>
        <p:spPr>
          <a:xfrm>
            <a:off x="519813" y="3782214"/>
            <a:ext cx="1447832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Administration Page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786FE3-D10B-4A28-8A2B-DCF8E302D970}"/>
              </a:ext>
            </a:extLst>
          </p:cNvPr>
          <p:cNvSpPr txBox="1"/>
          <p:nvPr/>
        </p:nvSpPr>
        <p:spPr>
          <a:xfrm>
            <a:off x="3816377" y="4399989"/>
            <a:ext cx="125574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Options Page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EAB50-F34C-4577-B7E2-A041E68BB11B}"/>
              </a:ext>
            </a:extLst>
          </p:cNvPr>
          <p:cNvSpPr txBox="1"/>
          <p:nvPr/>
        </p:nvSpPr>
        <p:spPr>
          <a:xfrm>
            <a:off x="536198" y="4398861"/>
            <a:ext cx="1087157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Modules Page</a:t>
            </a:r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75036B2-2974-42CE-8FE8-52BA9D44655D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1486744" y="1044636"/>
            <a:ext cx="1013570" cy="255807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10AD8251-7D80-4690-9717-629B7B28D806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1401785" y="1624906"/>
            <a:ext cx="987709" cy="296031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1FAB8ED-B3A3-4F3D-9BFD-642C680C9603}"/>
              </a:ext>
            </a:extLst>
          </p:cNvPr>
          <p:cNvCxnSpPr>
            <a:cxnSpLocks/>
          </p:cNvCxnSpPr>
          <p:nvPr/>
        </p:nvCxnSpPr>
        <p:spPr>
          <a:xfrm rot="10800000">
            <a:off x="3133356" y="1630944"/>
            <a:ext cx="1050024" cy="835831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420DF5AC-6785-45F8-9583-39A87AD54A7E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623355" y="4384425"/>
            <a:ext cx="800435" cy="145241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4EF97EF5-8C38-49CA-B670-5BD09587FBE5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1967645" y="3913019"/>
            <a:ext cx="757447" cy="471406"/>
          </a:xfrm>
          <a:prstGeom prst="bentConnector3">
            <a:avLst>
              <a:gd name="adj1" fmla="val 99043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62CA2B24-4315-4F4A-B850-E26067CC9CB2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3024487" y="4384430"/>
            <a:ext cx="791891" cy="146365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015656D-5880-4D01-9E92-F37637ABD562}"/>
              </a:ext>
            </a:extLst>
          </p:cNvPr>
          <p:cNvSpPr txBox="1"/>
          <p:nvPr/>
        </p:nvSpPr>
        <p:spPr>
          <a:xfrm>
            <a:off x="4182135" y="2259026"/>
            <a:ext cx="889987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Your </a:t>
            </a:r>
          </a:p>
          <a:p>
            <a:r>
              <a:rPr lang="pt-PT" sz="1100" dirty="0">
                <a:solidFill>
                  <a:schemeClr val="tx2"/>
                </a:solidFill>
              </a:rPr>
              <a:t>Bookmarks</a:t>
            </a:r>
          </a:p>
        </p:txBody>
      </p:sp>
      <p:sp>
        <p:nvSpPr>
          <p:cNvPr id="55" name="Espace réservé du texte 11">
            <a:extLst>
              <a:ext uri="{FF2B5EF4-FFF2-40B4-BE49-F238E27FC236}">
                <a16:creationId xmlns:a16="http://schemas.microsoft.com/office/drawing/2014/main" id="{BEF7A6A5-4017-4B41-B014-319AD293F1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8576" y="2941754"/>
            <a:ext cx="4100489" cy="18651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0" dirty="0">
                <a:solidFill>
                  <a:schemeClr val="tx2"/>
                </a:solidFill>
              </a:rPr>
              <a:t>The            </a:t>
            </a:r>
            <a:r>
              <a:rPr lang="fr-FR" sz="1100" b="0" dirty="0" err="1">
                <a:solidFill>
                  <a:schemeClr val="tx2"/>
                </a:solidFill>
              </a:rPr>
              <a:t>will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give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you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acess</a:t>
            </a:r>
            <a:r>
              <a:rPr lang="fr-FR" sz="1100" b="0" dirty="0">
                <a:solidFill>
                  <a:schemeClr val="tx2"/>
                </a:solidFill>
              </a:rPr>
              <a:t> to the main 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0" dirty="0">
                <a:solidFill>
                  <a:schemeClr val="tx2"/>
                </a:solidFill>
              </a:rPr>
              <a:t>The            </a:t>
            </a:r>
            <a:r>
              <a:rPr lang="fr-FR" sz="1100" b="0" dirty="0" err="1">
                <a:solidFill>
                  <a:schemeClr val="tx2"/>
                </a:solidFill>
              </a:rPr>
              <a:t>will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give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you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access</a:t>
            </a:r>
            <a:r>
              <a:rPr lang="fr-FR" sz="1100" b="0" dirty="0">
                <a:solidFill>
                  <a:schemeClr val="tx2"/>
                </a:solidFill>
              </a:rPr>
              <a:t> to the administration screens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0" dirty="0">
                <a:solidFill>
                  <a:schemeClr val="tx2"/>
                </a:solidFill>
              </a:rPr>
              <a:t>The           </a:t>
            </a:r>
            <a:r>
              <a:rPr lang="fr-FR" sz="1100" b="0" dirty="0" err="1">
                <a:solidFill>
                  <a:schemeClr val="tx2"/>
                </a:solidFill>
              </a:rPr>
              <a:t>is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reserved</a:t>
            </a:r>
            <a:r>
              <a:rPr lang="fr-FR" sz="1100" b="0" dirty="0">
                <a:solidFill>
                  <a:schemeClr val="tx2"/>
                </a:solidFill>
              </a:rPr>
              <a:t> for options and </a:t>
            </a:r>
            <a:r>
              <a:rPr lang="fr-FR" sz="1100" b="0" dirty="0" err="1">
                <a:solidFill>
                  <a:schemeClr val="tx2"/>
                </a:solidFill>
              </a:rPr>
              <a:t>tools</a:t>
            </a:r>
            <a:endParaRPr lang="fr-FR" sz="1100" b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b="0" dirty="0">
                <a:solidFill>
                  <a:schemeClr val="tx2"/>
                </a:solidFill>
              </a:rPr>
              <a:t>You can use the </a:t>
            </a:r>
            <a:r>
              <a:rPr lang="fr-FR" sz="1100" b="0" dirty="0" err="1">
                <a:solidFill>
                  <a:schemeClr val="tx2"/>
                </a:solidFill>
              </a:rPr>
              <a:t>search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field</a:t>
            </a:r>
            <a:r>
              <a:rPr lang="fr-FR" sz="1100" b="0" dirty="0">
                <a:solidFill>
                  <a:schemeClr val="tx2"/>
                </a:solidFill>
              </a:rPr>
              <a:t> to </a:t>
            </a:r>
            <a:r>
              <a:rPr lang="fr-FR" sz="1100" b="0" dirty="0" err="1">
                <a:solidFill>
                  <a:schemeClr val="tx2"/>
                </a:solidFill>
              </a:rPr>
              <a:t>find</a:t>
            </a:r>
            <a:r>
              <a:rPr lang="fr-FR" sz="1100" b="0" dirty="0">
                <a:solidFill>
                  <a:schemeClr val="tx2"/>
                </a:solidFill>
              </a:rPr>
              <a:t> </a:t>
            </a:r>
            <a:r>
              <a:rPr lang="fr-FR" sz="1100" b="0" dirty="0" err="1">
                <a:solidFill>
                  <a:schemeClr val="tx2"/>
                </a:solidFill>
              </a:rPr>
              <a:t>your</a:t>
            </a:r>
            <a:r>
              <a:rPr lang="fr-FR" sz="1100" b="0" dirty="0">
                <a:solidFill>
                  <a:schemeClr val="tx2"/>
                </a:solidFill>
              </a:rPr>
              <a:t> screens</a:t>
            </a:r>
          </a:p>
        </p:txBody>
      </p:sp>
      <p:pic>
        <p:nvPicPr>
          <p:cNvPr id="56" name="Image 9">
            <a:extLst>
              <a:ext uri="{FF2B5EF4-FFF2-40B4-BE49-F238E27FC236}">
                <a16:creationId xmlns:a16="http://schemas.microsoft.com/office/drawing/2014/main" id="{FE91651D-A8DE-43DE-9956-478CECF76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116" y="3206287"/>
            <a:ext cx="259790" cy="259790"/>
          </a:xfrm>
          <a:prstGeom prst="rect">
            <a:avLst/>
          </a:prstGeom>
        </p:spPr>
      </p:pic>
      <p:pic>
        <p:nvPicPr>
          <p:cNvPr id="57" name="Image 10">
            <a:extLst>
              <a:ext uri="{FF2B5EF4-FFF2-40B4-BE49-F238E27FC236}">
                <a16:creationId xmlns:a16="http://schemas.microsoft.com/office/drawing/2014/main" id="{5E67B740-AB9D-4D3D-8D76-8B0123456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950" y="2913742"/>
            <a:ext cx="295567" cy="264533"/>
          </a:xfrm>
          <a:prstGeom prst="rect">
            <a:avLst/>
          </a:prstGeom>
        </p:spPr>
      </p:pic>
      <p:pic>
        <p:nvPicPr>
          <p:cNvPr id="58" name="Image 12">
            <a:extLst>
              <a:ext uri="{FF2B5EF4-FFF2-40B4-BE49-F238E27FC236}">
                <a16:creationId xmlns:a16="http://schemas.microsoft.com/office/drawing/2014/main" id="{78FFBA44-BE07-4688-981B-E5B5EB098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116" y="3522424"/>
            <a:ext cx="290268" cy="25979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180CF99E-19D3-4628-BDDA-47B995CB495F}"/>
              </a:ext>
            </a:extLst>
          </p:cNvPr>
          <p:cNvSpPr txBox="1"/>
          <p:nvPr/>
        </p:nvSpPr>
        <p:spPr>
          <a:xfrm>
            <a:off x="518072" y="2183548"/>
            <a:ext cx="978153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Search Field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52362E3A-5798-496C-967C-F143802320D8}"/>
              </a:ext>
            </a:extLst>
          </p:cNvPr>
          <p:cNvCxnSpPr>
            <a:cxnSpLocks/>
            <a:stCxn id="59" idx="3"/>
          </p:cNvCxnSpPr>
          <p:nvPr/>
        </p:nvCxnSpPr>
        <p:spPr>
          <a:xfrm flipV="1">
            <a:off x="1496225" y="1835254"/>
            <a:ext cx="1319164" cy="479099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AE1A066-505B-4DE2-81E8-B3E3E198308D}"/>
              </a:ext>
            </a:extLst>
          </p:cNvPr>
          <p:cNvSpPr txBox="1"/>
          <p:nvPr/>
        </p:nvSpPr>
        <p:spPr>
          <a:xfrm>
            <a:off x="4158511" y="1657382"/>
            <a:ext cx="1096775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Close All Tabs</a:t>
            </a:r>
          </a:p>
        </p:txBody>
      </p: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53C309FB-F0B5-4B78-835C-41E1420B7FFA}"/>
              </a:ext>
            </a:extLst>
          </p:cNvPr>
          <p:cNvCxnSpPr>
            <a:cxnSpLocks/>
            <a:stCxn id="65" idx="1"/>
          </p:cNvCxnSpPr>
          <p:nvPr/>
        </p:nvCxnSpPr>
        <p:spPr>
          <a:xfrm rot="10800000">
            <a:off x="2885869" y="1300445"/>
            <a:ext cx="1272643" cy="487743"/>
          </a:xfrm>
          <a:prstGeom prst="bentConnector3">
            <a:avLst>
              <a:gd name="adj1" fmla="val 20811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984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3</a:t>
            </a:r>
            <a:endParaRPr lang="fr-FR" dirty="0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/>
              <a:t>Dashboard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677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ZoneTexte 8">
            <a:extLst>
              <a:ext uri="{FF2B5EF4-FFF2-40B4-BE49-F238E27FC236}">
                <a16:creationId xmlns:a16="http://schemas.microsoft.com/office/drawing/2014/main" id="{E0C5FF82-CF5A-40A6-A300-3D946A5D3EF5}"/>
              </a:ext>
            </a:extLst>
          </p:cNvPr>
          <p:cNvSpPr txBox="1"/>
          <p:nvPr/>
        </p:nvSpPr>
        <p:spPr>
          <a:xfrm>
            <a:off x="1024644" y="2077546"/>
            <a:ext cx="156937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The dashboard </a:t>
            </a:r>
          </a:p>
          <a:p>
            <a:r>
              <a:rPr lang="en-US" sz="1100" dirty="0">
                <a:solidFill>
                  <a:schemeClr val="tx2"/>
                </a:solidFill>
              </a:rPr>
              <a:t>is divided in 4 categories: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PNL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Indicators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Calendar Widget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Dashboard</a:t>
            </a:r>
            <a:br>
              <a:rPr lang="pt-PT" dirty="0"/>
            </a:br>
            <a:r>
              <a:rPr lang="pt-PT" sz="1500" dirty="0"/>
              <a:t>Overview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8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3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F5DE40-5A5E-4F4D-A2B0-187DF686E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325" y="1015979"/>
            <a:ext cx="5316231" cy="3343518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248F0C-BCC0-4844-ABD2-1A4C24E81AE2}"/>
              </a:ext>
            </a:extLst>
          </p:cNvPr>
          <p:cNvCxnSpPr>
            <a:cxnSpLocks/>
          </p:cNvCxnSpPr>
          <p:nvPr/>
        </p:nvCxnSpPr>
        <p:spPr>
          <a:xfrm flipV="1">
            <a:off x="2290769" y="2295515"/>
            <a:ext cx="662062" cy="488297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3B7B6AC-5612-41E9-8960-0BB51DAF5BE0}"/>
              </a:ext>
            </a:extLst>
          </p:cNvPr>
          <p:cNvCxnSpPr>
            <a:cxnSpLocks/>
          </p:cNvCxnSpPr>
          <p:nvPr/>
        </p:nvCxnSpPr>
        <p:spPr>
          <a:xfrm flipV="1">
            <a:off x="2290769" y="1128701"/>
            <a:ext cx="3576637" cy="1655111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26DB5C6-017F-4BE8-B876-89E8811C9B7B}"/>
              </a:ext>
            </a:extLst>
          </p:cNvPr>
          <p:cNvCxnSpPr>
            <a:cxnSpLocks/>
          </p:cNvCxnSpPr>
          <p:nvPr/>
        </p:nvCxnSpPr>
        <p:spPr>
          <a:xfrm>
            <a:off x="2290769" y="2783811"/>
            <a:ext cx="3524250" cy="142641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15AB91C-4DD7-46F2-A995-6C0FFF2528A9}"/>
              </a:ext>
            </a:extLst>
          </p:cNvPr>
          <p:cNvCxnSpPr>
            <a:cxnSpLocks/>
          </p:cNvCxnSpPr>
          <p:nvPr/>
        </p:nvCxnSpPr>
        <p:spPr>
          <a:xfrm flipV="1">
            <a:off x="2290769" y="1128702"/>
            <a:ext cx="662062" cy="1655109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781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Dashboard</a:t>
            </a:r>
            <a:br>
              <a:rPr lang="pt-PT" dirty="0"/>
            </a:br>
            <a:r>
              <a:rPr lang="pt-PT" sz="1500" dirty="0"/>
              <a:t>Calendar Widget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9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3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56DBFE-2296-4089-8185-B37E50DAF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000" y="1301817"/>
            <a:ext cx="4484223" cy="27444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707ABDC-D0DA-4D82-8B92-A59044215A2B}"/>
              </a:ext>
            </a:extLst>
          </p:cNvPr>
          <p:cNvSpPr/>
          <p:nvPr/>
        </p:nvSpPr>
        <p:spPr>
          <a:xfrm>
            <a:off x="2386251" y="3574680"/>
            <a:ext cx="2037726" cy="524880"/>
          </a:xfrm>
          <a:prstGeom prst="rect">
            <a:avLst/>
          </a:prstGeom>
          <a:noFill/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2CA620-D92C-4C00-A009-61560E9334F6}"/>
              </a:ext>
            </a:extLst>
          </p:cNvPr>
          <p:cNvSpPr txBox="1"/>
          <p:nvPr/>
        </p:nvSpPr>
        <p:spPr>
          <a:xfrm>
            <a:off x="1049212" y="3447722"/>
            <a:ext cx="65594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Legend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6F891A-9EA9-4C92-B91F-C9873D5715F3}"/>
              </a:ext>
            </a:extLst>
          </p:cNvPr>
          <p:cNvSpPr txBox="1"/>
          <p:nvPr/>
        </p:nvSpPr>
        <p:spPr>
          <a:xfrm>
            <a:off x="1082489" y="1969619"/>
            <a:ext cx="7733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Important </a:t>
            </a:r>
          </a:p>
          <a:p>
            <a:r>
              <a:rPr lang="pt-PT" sz="1100" dirty="0">
                <a:solidFill>
                  <a:schemeClr val="tx2"/>
                </a:solidFill>
              </a:rPr>
              <a:t>Dates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E24BB3-C16C-41C2-AB0A-0A5A307DF681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1855857" y="2185063"/>
            <a:ext cx="3430518" cy="14856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08397CC-FE3F-4C3F-AFD6-6E34A500E260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1855857" y="2055482"/>
            <a:ext cx="3430518" cy="129581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FF6844D-DB1D-43F8-9A66-B29E65C26C06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1705161" y="3578527"/>
            <a:ext cx="681090" cy="258593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3A742B2-E9EC-43EC-9162-508520ED5259}"/>
              </a:ext>
            </a:extLst>
          </p:cNvPr>
          <p:cNvSpPr txBox="1"/>
          <p:nvPr/>
        </p:nvSpPr>
        <p:spPr>
          <a:xfrm>
            <a:off x="7641779" y="3032224"/>
            <a:ext cx="93807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Current </a:t>
            </a:r>
          </a:p>
          <a:p>
            <a:r>
              <a:rPr lang="pt-PT" sz="1100" dirty="0">
                <a:solidFill>
                  <a:schemeClr val="tx2"/>
                </a:solidFill>
              </a:rPr>
              <a:t>closing date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B055A4D-D87A-4ED5-B124-6F1567FD06D2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6835141" y="3247668"/>
            <a:ext cx="806638" cy="45397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FCF2258-FA4D-4C55-AC3E-9BD454CEDC4C}"/>
              </a:ext>
            </a:extLst>
          </p:cNvPr>
          <p:cNvSpPr txBox="1"/>
          <p:nvPr/>
        </p:nvSpPr>
        <p:spPr>
          <a:xfrm>
            <a:off x="7621267" y="3840602"/>
            <a:ext cx="113411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For admins only, access the calendar setup from here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AE5901E-F138-4769-B5EE-E3A10B9E96AB}"/>
              </a:ext>
            </a:extLst>
          </p:cNvPr>
          <p:cNvCxnSpPr>
            <a:cxnSpLocks/>
            <a:stCxn id="36" idx="1"/>
          </p:cNvCxnSpPr>
          <p:nvPr/>
        </p:nvCxnSpPr>
        <p:spPr>
          <a:xfrm flipH="1" flipV="1">
            <a:off x="6697981" y="3992880"/>
            <a:ext cx="923286" cy="31708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945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Dashboard</a:t>
            </a:r>
            <a:br>
              <a:rPr lang="pt-PT" dirty="0"/>
            </a:br>
            <a:r>
              <a:rPr lang="pt-PT" sz="1500" dirty="0"/>
              <a:t>Subscribe Indicators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10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3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F0024D-EADD-42CE-BF7F-77A3DDB54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886" y="713188"/>
            <a:ext cx="1081377" cy="4136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98C0A0-2ACF-4160-A2F7-74C5F5C36E62}"/>
              </a:ext>
            </a:extLst>
          </p:cNvPr>
          <p:cNvSpPr txBox="1"/>
          <p:nvPr/>
        </p:nvSpPr>
        <p:spPr>
          <a:xfrm>
            <a:off x="7033145" y="780592"/>
            <a:ext cx="16804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Click on Customize to subscribe / unsubscibe indicators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0F150A-ED88-42CF-AE67-0843091BF348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538913" y="947983"/>
            <a:ext cx="494232" cy="132691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E30AC547-C5E9-4560-BC3E-381413415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81" y="1146370"/>
            <a:ext cx="5525582" cy="3585579"/>
          </a:xfrm>
          <a:prstGeom prst="rect">
            <a:avLst/>
          </a:prstGeom>
        </p:spPr>
      </p:pic>
      <p:sp>
        <p:nvSpPr>
          <p:cNvPr id="18" name="ZoneTexte 9">
            <a:extLst>
              <a:ext uri="{FF2B5EF4-FFF2-40B4-BE49-F238E27FC236}">
                <a16:creationId xmlns:a16="http://schemas.microsoft.com/office/drawing/2014/main" id="{670D5CC5-AF34-491B-9243-1F0C8D206578}"/>
              </a:ext>
            </a:extLst>
          </p:cNvPr>
          <p:cNvSpPr txBox="1"/>
          <p:nvPr/>
        </p:nvSpPr>
        <p:spPr>
          <a:xfrm>
            <a:off x="7033145" y="2450374"/>
            <a:ext cx="1290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Modify the filters of your subscribed indicator</a:t>
            </a:r>
          </a:p>
        </p:txBody>
      </p:sp>
      <p:sp>
        <p:nvSpPr>
          <p:cNvPr id="19" name="ZoneTexte 14">
            <a:extLst>
              <a:ext uri="{FF2B5EF4-FFF2-40B4-BE49-F238E27FC236}">
                <a16:creationId xmlns:a16="http://schemas.microsoft.com/office/drawing/2014/main" id="{EAC636F0-6B40-4BA0-9267-0353915C1816}"/>
              </a:ext>
            </a:extLst>
          </p:cNvPr>
          <p:cNvSpPr txBox="1"/>
          <p:nvPr/>
        </p:nvSpPr>
        <p:spPr>
          <a:xfrm>
            <a:off x="7033145" y="1519303"/>
            <a:ext cx="12906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Enter your own title that will appear in the dashboard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0C98E3B-AD18-44DA-9E0D-5EFBFB8B7620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6419851" y="1904024"/>
            <a:ext cx="613294" cy="62316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5A5345-4F2D-4211-9E2D-7A9AE38A99A2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5938839" y="2163397"/>
            <a:ext cx="1094306" cy="671698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9624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Dashboard</a:t>
            </a:r>
            <a:br>
              <a:rPr lang="pt-PT" dirty="0"/>
            </a:br>
            <a:r>
              <a:rPr lang="pt-PT" sz="1500" dirty="0"/>
              <a:t>Customize the layout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11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3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9C1F06-7177-49BC-9744-3AD4D206F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65" y="1805361"/>
            <a:ext cx="3765847" cy="2885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D2BC33-8A89-48D2-B324-019BE03BE2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94" y="3095620"/>
            <a:ext cx="3524742" cy="1595660"/>
          </a:xfrm>
          <a:prstGeom prst="rect">
            <a:avLst/>
          </a:prstGeom>
        </p:spPr>
      </p:pic>
      <p:sp>
        <p:nvSpPr>
          <p:cNvPr id="13" name="ZoneTexte 8">
            <a:extLst>
              <a:ext uri="{FF2B5EF4-FFF2-40B4-BE49-F238E27FC236}">
                <a16:creationId xmlns:a16="http://schemas.microsoft.com/office/drawing/2014/main" id="{8E1D7D3D-047B-4A42-88F6-6072018CED87}"/>
              </a:ext>
            </a:extLst>
          </p:cNvPr>
          <p:cNvSpPr txBox="1"/>
          <p:nvPr/>
        </p:nvSpPr>
        <p:spPr>
          <a:xfrm>
            <a:off x="3300182" y="824733"/>
            <a:ext cx="13599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Click on Unlock to modify the layout</a:t>
            </a:r>
          </a:p>
        </p:txBody>
      </p:sp>
      <p:sp>
        <p:nvSpPr>
          <p:cNvPr id="14" name="ZoneTexte 10">
            <a:extLst>
              <a:ext uri="{FF2B5EF4-FFF2-40B4-BE49-F238E27FC236}">
                <a16:creationId xmlns:a16="http://schemas.microsoft.com/office/drawing/2014/main" id="{AEF67C18-56E9-445F-BB9B-BEF4D616CC49}"/>
              </a:ext>
            </a:extLst>
          </p:cNvPr>
          <p:cNvSpPr txBox="1"/>
          <p:nvPr/>
        </p:nvSpPr>
        <p:spPr>
          <a:xfrm>
            <a:off x="5822560" y="1311741"/>
            <a:ext cx="15853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Click on Lock when you have finished</a:t>
            </a:r>
          </a:p>
        </p:txBody>
      </p:sp>
      <p:sp>
        <p:nvSpPr>
          <p:cNvPr id="15" name="ZoneTexte 12">
            <a:extLst>
              <a:ext uri="{FF2B5EF4-FFF2-40B4-BE49-F238E27FC236}">
                <a16:creationId xmlns:a16="http://schemas.microsoft.com/office/drawing/2014/main" id="{DDE6673B-6355-4A6E-A204-D4D0F163B632}"/>
              </a:ext>
            </a:extLst>
          </p:cNvPr>
          <p:cNvSpPr txBox="1"/>
          <p:nvPr/>
        </p:nvSpPr>
        <p:spPr>
          <a:xfrm>
            <a:off x="2064996" y="1805361"/>
            <a:ext cx="1924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Drag the title of the indicator and drag and drop it where you want to re-order the indicators</a:t>
            </a:r>
          </a:p>
        </p:txBody>
      </p:sp>
      <p:cxnSp>
        <p:nvCxnSpPr>
          <p:cNvPr id="16" name="Connecteur droit avec flèche 13">
            <a:extLst>
              <a:ext uri="{FF2B5EF4-FFF2-40B4-BE49-F238E27FC236}">
                <a16:creationId xmlns:a16="http://schemas.microsoft.com/office/drawing/2014/main" id="{05C1D09E-ADB9-4BAD-8E14-8E3EE46E0336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989127" y="2047880"/>
            <a:ext cx="829363" cy="14220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27256D7F-A43F-4E63-AF03-8F9A72F7829B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989127" y="2190082"/>
            <a:ext cx="1863033" cy="381668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24">
            <a:extLst>
              <a:ext uri="{FF2B5EF4-FFF2-40B4-BE49-F238E27FC236}">
                <a16:creationId xmlns:a16="http://schemas.microsoft.com/office/drawing/2014/main" id="{F18B3F9E-C83A-4605-B40C-75C3D21380C0}"/>
              </a:ext>
            </a:extLst>
          </p:cNvPr>
          <p:cNvSpPr txBox="1"/>
          <p:nvPr/>
        </p:nvSpPr>
        <p:spPr>
          <a:xfrm>
            <a:off x="1015094" y="2756536"/>
            <a:ext cx="29465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You can also put the indicators side by side</a:t>
            </a:r>
          </a:p>
        </p:txBody>
      </p:sp>
      <p:cxnSp>
        <p:nvCxnSpPr>
          <p:cNvPr id="19" name="Connecteur droit avec flèche 25">
            <a:extLst>
              <a:ext uri="{FF2B5EF4-FFF2-40B4-BE49-F238E27FC236}">
                <a16:creationId xmlns:a16="http://schemas.microsoft.com/office/drawing/2014/main" id="{03F25B89-C502-4CA5-92F7-E63D305E4E5D}"/>
              </a:ext>
            </a:extLst>
          </p:cNvPr>
          <p:cNvCxnSpPr>
            <a:cxnSpLocks/>
          </p:cNvCxnSpPr>
          <p:nvPr/>
        </p:nvCxnSpPr>
        <p:spPr>
          <a:xfrm flipH="1">
            <a:off x="2108476" y="3006708"/>
            <a:ext cx="529949" cy="19317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29">
            <a:extLst>
              <a:ext uri="{FF2B5EF4-FFF2-40B4-BE49-F238E27FC236}">
                <a16:creationId xmlns:a16="http://schemas.microsoft.com/office/drawing/2014/main" id="{951BB93F-B31C-4917-9429-87BBBE9DD5F5}"/>
              </a:ext>
            </a:extLst>
          </p:cNvPr>
          <p:cNvCxnSpPr>
            <a:cxnSpLocks/>
          </p:cNvCxnSpPr>
          <p:nvPr/>
        </p:nvCxnSpPr>
        <p:spPr>
          <a:xfrm>
            <a:off x="2638425" y="3006708"/>
            <a:ext cx="528638" cy="193172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99075731-1BC9-4E0D-98C1-4CD84D44E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365" y="816831"/>
            <a:ext cx="1147195" cy="43878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B4A6CE1A-AF97-4168-BDE1-9BCC190CFD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365" y="1262978"/>
            <a:ext cx="1147195" cy="43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647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4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/>
              <a:t>BOOKMARKS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900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Bookmarks</a:t>
            </a:r>
            <a:br>
              <a:rPr lang="pt-PT" dirty="0"/>
            </a:br>
            <a:r>
              <a:rPr lang="pt-PT" sz="1500" dirty="0"/>
              <a:t>How to create and open a bookmark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13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4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4B69EA9-624C-4A7A-9A46-9429EF8499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" t="1518" r="8" b="-1518"/>
          <a:stretch/>
        </p:blipFill>
        <p:spPr>
          <a:xfrm>
            <a:off x="1668043" y="1636224"/>
            <a:ext cx="6011114" cy="23720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0DA2A4-2EDF-47E0-B93A-7202DDE26CF2}"/>
              </a:ext>
            </a:extLst>
          </p:cNvPr>
          <p:cNvSpPr txBox="1"/>
          <p:nvPr/>
        </p:nvSpPr>
        <p:spPr>
          <a:xfrm>
            <a:off x="529566" y="988207"/>
            <a:ext cx="1107996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Access to your</a:t>
            </a:r>
          </a:p>
          <a:p>
            <a:r>
              <a:rPr lang="pt-PT" sz="1100" dirty="0">
                <a:solidFill>
                  <a:schemeClr val="tx2"/>
                </a:solidFill>
              </a:rPr>
              <a:t>bookmarks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6564E3-A56C-46F4-B99D-5C61551FA596}"/>
              </a:ext>
            </a:extLst>
          </p:cNvPr>
          <p:cNvSpPr txBox="1"/>
          <p:nvPr/>
        </p:nvSpPr>
        <p:spPr>
          <a:xfrm>
            <a:off x="2803509" y="1003598"/>
            <a:ext cx="134363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Click to bookmark </a:t>
            </a:r>
          </a:p>
          <a:p>
            <a:r>
              <a:rPr lang="pt-PT" sz="1100" dirty="0">
                <a:solidFill>
                  <a:schemeClr val="tx2"/>
                </a:solidFill>
              </a:rPr>
              <a:t>the current screen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68E7BA-DCFC-4BC9-B8B2-7AEDB4932994}"/>
              </a:ext>
            </a:extLst>
          </p:cNvPr>
          <p:cNvSpPr txBox="1"/>
          <p:nvPr/>
        </p:nvSpPr>
        <p:spPr>
          <a:xfrm>
            <a:off x="479600" y="3516571"/>
            <a:ext cx="989373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Search for a </a:t>
            </a:r>
          </a:p>
          <a:p>
            <a:r>
              <a:rPr lang="pt-PT" sz="1100" dirty="0">
                <a:solidFill>
                  <a:schemeClr val="tx2"/>
                </a:solidFill>
              </a:rPr>
              <a:t>bookmark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B2B9814-451A-4D46-8B3B-34070B8A5FF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637562" y="1203651"/>
            <a:ext cx="732882" cy="1347414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56D94E3-6A52-42A1-9C70-1CB8FB8B7BA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4147147" y="1219042"/>
            <a:ext cx="328024" cy="648016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AAD4DA9-0D22-43A9-838D-2EAB5859AD90}"/>
              </a:ext>
            </a:extLst>
          </p:cNvPr>
          <p:cNvCxnSpPr>
            <a:cxnSpLocks/>
            <a:stCxn id="15" idx="0"/>
          </p:cNvCxnSpPr>
          <p:nvPr/>
        </p:nvCxnSpPr>
        <p:spPr>
          <a:xfrm rot="5400000" flipH="1" flipV="1">
            <a:off x="1116892" y="2820296"/>
            <a:ext cx="553671" cy="838881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295E263-78F0-4679-8714-209C6E97CF2F}"/>
              </a:ext>
            </a:extLst>
          </p:cNvPr>
          <p:cNvSpPr txBox="1"/>
          <p:nvPr/>
        </p:nvSpPr>
        <p:spPr>
          <a:xfrm>
            <a:off x="7293355" y="988207"/>
            <a:ext cx="1343638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Chose if you want </a:t>
            </a:r>
          </a:p>
          <a:p>
            <a:r>
              <a:rPr lang="pt-PT" sz="1100" dirty="0">
                <a:solidFill>
                  <a:schemeClr val="tx2"/>
                </a:solidFill>
              </a:rPr>
              <a:t>to save the filters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F6CF6404-1EBD-4BFA-B2FB-29CE8B4353FB}"/>
              </a:ext>
            </a:extLst>
          </p:cNvPr>
          <p:cNvCxnSpPr>
            <a:cxnSpLocks/>
            <a:stCxn id="19" idx="1"/>
          </p:cNvCxnSpPr>
          <p:nvPr/>
        </p:nvCxnSpPr>
        <p:spPr>
          <a:xfrm rot="10800000" flipV="1">
            <a:off x="6865877" y="1203651"/>
            <a:ext cx="427478" cy="569282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5027A1E-7297-4B43-8AB2-5E0D5CCE535B}"/>
              </a:ext>
            </a:extLst>
          </p:cNvPr>
          <p:cNvSpPr txBox="1"/>
          <p:nvPr/>
        </p:nvSpPr>
        <p:spPr>
          <a:xfrm>
            <a:off x="4729259" y="982403"/>
            <a:ext cx="2053767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Chose if eMatch must update </a:t>
            </a:r>
          </a:p>
          <a:p>
            <a:r>
              <a:rPr lang="pt-PT" sz="1100" dirty="0">
                <a:solidFill>
                  <a:schemeClr val="tx2"/>
                </a:solidFill>
              </a:rPr>
              <a:t>the asofdate automatically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1AE007F-608E-4992-B8DA-F64C9D1F26E2}"/>
              </a:ext>
            </a:extLst>
          </p:cNvPr>
          <p:cNvCxnSpPr>
            <a:cxnSpLocks/>
          </p:cNvCxnSpPr>
          <p:nvPr/>
        </p:nvCxnSpPr>
        <p:spPr>
          <a:xfrm rot="16200000" flipH="1">
            <a:off x="5765512" y="1424128"/>
            <a:ext cx="550804" cy="565159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8D5ED5E3-C36A-4D73-9804-7B25E96D3BD9}"/>
              </a:ext>
            </a:extLst>
          </p:cNvPr>
          <p:cNvSpPr txBox="1"/>
          <p:nvPr/>
        </p:nvSpPr>
        <p:spPr>
          <a:xfrm>
            <a:off x="7782847" y="2458246"/>
            <a:ext cx="1180131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Save Bookmark</a:t>
            </a: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939EDE78-C415-4A4D-9428-F34657B27844}"/>
              </a:ext>
            </a:extLst>
          </p:cNvPr>
          <p:cNvCxnSpPr>
            <a:cxnSpLocks/>
            <a:stCxn id="67" idx="0"/>
          </p:cNvCxnSpPr>
          <p:nvPr/>
        </p:nvCxnSpPr>
        <p:spPr>
          <a:xfrm rot="16200000" flipV="1">
            <a:off x="7724235" y="1809567"/>
            <a:ext cx="430883" cy="866475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D0817707-4BB4-4779-A572-17AE88A54208}"/>
              </a:ext>
            </a:extLst>
          </p:cNvPr>
          <p:cNvSpPr txBox="1"/>
          <p:nvPr/>
        </p:nvSpPr>
        <p:spPr>
          <a:xfrm>
            <a:off x="7740574" y="3295023"/>
            <a:ext cx="1192955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100" dirty="0">
                <a:solidFill>
                  <a:schemeClr val="tx2"/>
                </a:solidFill>
              </a:rPr>
              <a:t>Enter the name</a:t>
            </a:r>
          </a:p>
          <a:p>
            <a:r>
              <a:rPr lang="pt-PT" sz="1100" dirty="0">
                <a:solidFill>
                  <a:schemeClr val="tx2"/>
                </a:solidFill>
              </a:rPr>
              <a:t>of the bookmark</a:t>
            </a:r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5508F1B4-9375-455F-9E88-680BF6791331}"/>
              </a:ext>
            </a:extLst>
          </p:cNvPr>
          <p:cNvCxnSpPr>
            <a:cxnSpLocks/>
            <a:stCxn id="76" idx="1"/>
          </p:cNvCxnSpPr>
          <p:nvPr/>
        </p:nvCxnSpPr>
        <p:spPr>
          <a:xfrm rot="10800000">
            <a:off x="6610354" y="2209801"/>
            <a:ext cx="1130221" cy="1300666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4742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Bookmarks</a:t>
            </a:r>
            <a:br>
              <a:rPr lang="pt-PT" dirty="0"/>
            </a:br>
            <a:r>
              <a:rPr lang="pt-PT" sz="1500" dirty="0"/>
              <a:t>What is persisted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14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4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8" name="Espace réservé du texte 11">
            <a:extLst>
              <a:ext uri="{FF2B5EF4-FFF2-40B4-BE49-F238E27FC236}">
                <a16:creationId xmlns:a16="http://schemas.microsoft.com/office/drawing/2014/main" id="{D61CDB5D-16B6-48F2-A61B-C26A09C828E7}"/>
              </a:ext>
            </a:extLst>
          </p:cNvPr>
          <p:cNvSpPr txBox="1">
            <a:spLocks/>
          </p:cNvSpPr>
          <p:nvPr/>
        </p:nvSpPr>
        <p:spPr>
          <a:xfrm>
            <a:off x="652042" y="1449830"/>
            <a:ext cx="3188438" cy="267972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600"/>
              </a:spcBef>
              <a:buFont typeface="Arial" panose="020B0604020202020204" pitchFamily="34" charset="0"/>
              <a:buNone/>
              <a:defRPr sz="14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9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50000" indent="-180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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3200" indent="-1296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/>
                </a:solidFill>
              </a:rPr>
              <a:t>The position of </a:t>
            </a:r>
            <a:r>
              <a:rPr lang="fr-FR" sz="1100" dirty="0" err="1">
                <a:solidFill>
                  <a:schemeClr val="tx2"/>
                </a:solidFill>
              </a:rPr>
              <a:t>each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column</a:t>
            </a:r>
            <a:endParaRPr lang="fr-FR" sz="11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/>
                </a:solidFill>
              </a:rPr>
              <a:t>The </a:t>
            </a:r>
            <a:r>
              <a:rPr lang="fr-FR" sz="1100" dirty="0" err="1">
                <a:solidFill>
                  <a:schemeClr val="tx2"/>
                </a:solidFill>
              </a:rPr>
              <a:t>grouped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columns</a:t>
            </a:r>
            <a:endParaRPr lang="fr-FR" sz="11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/>
                </a:solidFill>
              </a:rPr>
              <a:t>The </a:t>
            </a:r>
            <a:r>
              <a:rPr lang="fr-FR" sz="1100" dirty="0" err="1">
                <a:solidFill>
                  <a:schemeClr val="tx2"/>
                </a:solidFill>
              </a:rPr>
              <a:t>filters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inside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each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column</a:t>
            </a:r>
            <a:endParaRPr lang="fr-FR" sz="11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>
                <a:solidFill>
                  <a:schemeClr val="tx2"/>
                </a:solidFill>
              </a:rPr>
              <a:t>The sort of </a:t>
            </a:r>
            <a:r>
              <a:rPr lang="fr-FR" sz="1100" dirty="0" err="1">
                <a:solidFill>
                  <a:schemeClr val="tx2"/>
                </a:solidFill>
              </a:rPr>
              <a:t>each</a:t>
            </a:r>
            <a:r>
              <a:rPr lang="fr-FR" sz="1100" dirty="0">
                <a:solidFill>
                  <a:schemeClr val="tx2"/>
                </a:solidFill>
              </a:rPr>
              <a:t> </a:t>
            </a:r>
            <a:r>
              <a:rPr lang="fr-FR" sz="1100" dirty="0" err="1">
                <a:solidFill>
                  <a:schemeClr val="tx2"/>
                </a:solidFill>
              </a:rPr>
              <a:t>column</a:t>
            </a:r>
            <a:endParaRPr lang="fr-FR" sz="1100" dirty="0">
              <a:solidFill>
                <a:schemeClr val="tx2"/>
              </a:solidFill>
            </a:endParaRPr>
          </a:p>
          <a:p>
            <a:endParaRPr lang="fr-FR" dirty="0"/>
          </a:p>
          <a:p>
            <a:endParaRPr lang="fr-FR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85422486-191E-4FCF-AB5A-39562C0F4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340" y="987404"/>
            <a:ext cx="5450618" cy="3156619"/>
          </a:xfrm>
          <a:prstGeom prst="rect">
            <a:avLst/>
          </a:prstGeom>
        </p:spPr>
      </p:pic>
      <p:pic>
        <p:nvPicPr>
          <p:cNvPr id="10" name="Image 7">
            <a:extLst>
              <a:ext uri="{FF2B5EF4-FFF2-40B4-BE49-F238E27FC236}">
                <a16:creationId xmlns:a16="http://schemas.microsoft.com/office/drawing/2014/main" id="{31523099-9389-4712-897F-E500A54C1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303" y="4120076"/>
            <a:ext cx="2095500" cy="342900"/>
          </a:xfrm>
          <a:prstGeom prst="rect">
            <a:avLst/>
          </a:prstGeom>
        </p:spPr>
      </p:pic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831361AB-9B21-4A5C-8F88-6C265C41B38F}"/>
              </a:ext>
            </a:extLst>
          </p:cNvPr>
          <p:cNvCxnSpPr>
            <a:cxnSpLocks/>
          </p:cNvCxnSpPr>
          <p:nvPr/>
        </p:nvCxnSpPr>
        <p:spPr>
          <a:xfrm flipV="1">
            <a:off x="2828925" y="1733550"/>
            <a:ext cx="2600325" cy="476250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6">
            <a:extLst>
              <a:ext uri="{FF2B5EF4-FFF2-40B4-BE49-F238E27FC236}">
                <a16:creationId xmlns:a16="http://schemas.microsoft.com/office/drawing/2014/main" id="{66ADE3BE-9729-4D24-8952-772B6AADA389}"/>
              </a:ext>
            </a:extLst>
          </p:cNvPr>
          <p:cNvCxnSpPr>
            <a:cxnSpLocks/>
          </p:cNvCxnSpPr>
          <p:nvPr/>
        </p:nvCxnSpPr>
        <p:spPr>
          <a:xfrm flipH="1">
            <a:off x="3346140" y="1812084"/>
            <a:ext cx="2158845" cy="2344012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9">
            <a:extLst>
              <a:ext uri="{FF2B5EF4-FFF2-40B4-BE49-F238E27FC236}">
                <a16:creationId xmlns:a16="http://schemas.microsoft.com/office/drawing/2014/main" id="{7AC9E921-B246-49AE-891E-38D5CCDD7A51}"/>
              </a:ext>
            </a:extLst>
          </p:cNvPr>
          <p:cNvCxnSpPr>
            <a:cxnSpLocks/>
          </p:cNvCxnSpPr>
          <p:nvPr/>
        </p:nvCxnSpPr>
        <p:spPr>
          <a:xfrm flipV="1">
            <a:off x="2524125" y="1331181"/>
            <a:ext cx="609600" cy="544735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527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5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/>
              <a:t>Export </a:t>
            </a:r>
            <a:r>
              <a:rPr lang="fr-FR" dirty="0" err="1"/>
              <a:t>methods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53548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Export Methods</a:t>
            </a:r>
            <a:br>
              <a:rPr lang="pt-PT" dirty="0"/>
            </a:br>
            <a:r>
              <a:rPr lang="pt-PT" sz="1500" dirty="0"/>
              <a:t>Export to XLS, XLSX or CSV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16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5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A0C61D-0D49-4C66-AE58-5E3116593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5037" y="1033735"/>
            <a:ext cx="5194714" cy="3210114"/>
          </a:xfrm>
          <a:prstGeom prst="rect">
            <a:avLst/>
          </a:prstGeom>
        </p:spPr>
      </p:pic>
      <p:sp>
        <p:nvSpPr>
          <p:cNvPr id="9" name="ZoneTexte 12">
            <a:extLst>
              <a:ext uri="{FF2B5EF4-FFF2-40B4-BE49-F238E27FC236}">
                <a16:creationId xmlns:a16="http://schemas.microsoft.com/office/drawing/2014/main" id="{329003E0-6F51-4F85-8CE4-650298B7D534}"/>
              </a:ext>
            </a:extLst>
          </p:cNvPr>
          <p:cNvSpPr txBox="1"/>
          <p:nvPr/>
        </p:nvSpPr>
        <p:spPr>
          <a:xfrm>
            <a:off x="534428" y="2271073"/>
            <a:ext cx="113483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Chose the </a:t>
            </a:r>
          </a:p>
          <a:p>
            <a:r>
              <a:rPr lang="en-US" sz="1100" dirty="0">
                <a:solidFill>
                  <a:schemeClr val="tx2"/>
                </a:solidFill>
              </a:rPr>
              <a:t>export format </a:t>
            </a:r>
          </a:p>
        </p:txBody>
      </p:sp>
      <p:cxnSp>
        <p:nvCxnSpPr>
          <p:cNvPr id="10" name="Connecteur droit avec flèche 13">
            <a:extLst>
              <a:ext uri="{FF2B5EF4-FFF2-40B4-BE49-F238E27FC236}">
                <a16:creationId xmlns:a16="http://schemas.microsoft.com/office/drawing/2014/main" id="{99A50610-CB14-45E4-9E8E-7DE258DE6C0E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1669265" y="1956497"/>
            <a:ext cx="2035960" cy="53002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2">
            <a:extLst>
              <a:ext uri="{FF2B5EF4-FFF2-40B4-BE49-F238E27FC236}">
                <a16:creationId xmlns:a16="http://schemas.microsoft.com/office/drawing/2014/main" id="{F8C74CCE-B166-4626-ADE1-5A834FBEF438}"/>
              </a:ext>
            </a:extLst>
          </p:cNvPr>
          <p:cNvSpPr txBox="1"/>
          <p:nvPr/>
        </p:nvSpPr>
        <p:spPr>
          <a:xfrm>
            <a:off x="523870" y="1310166"/>
            <a:ext cx="11453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Access </a:t>
            </a:r>
          </a:p>
          <a:p>
            <a:r>
              <a:rPr lang="en-US" sz="1100" dirty="0">
                <a:solidFill>
                  <a:schemeClr val="tx2"/>
                </a:solidFill>
              </a:rPr>
              <a:t>exports toolbar</a:t>
            </a:r>
          </a:p>
        </p:txBody>
      </p:sp>
      <p:cxnSp>
        <p:nvCxnSpPr>
          <p:cNvPr id="15" name="Connecteur droit avec flèche 13">
            <a:extLst>
              <a:ext uri="{FF2B5EF4-FFF2-40B4-BE49-F238E27FC236}">
                <a16:creationId xmlns:a16="http://schemas.microsoft.com/office/drawing/2014/main" id="{A55D63B6-76BA-4119-9379-55A72CA1634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669266" y="1447800"/>
            <a:ext cx="1331109" cy="7781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2">
            <a:extLst>
              <a:ext uri="{FF2B5EF4-FFF2-40B4-BE49-F238E27FC236}">
                <a16:creationId xmlns:a16="http://schemas.microsoft.com/office/drawing/2014/main" id="{0B509698-4C56-4ACC-88F2-AD4E78CA4E0A}"/>
              </a:ext>
            </a:extLst>
          </p:cNvPr>
          <p:cNvSpPr txBox="1"/>
          <p:nvPr/>
        </p:nvSpPr>
        <p:spPr>
          <a:xfrm>
            <a:off x="607982" y="3231980"/>
            <a:ext cx="9255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Confirm the </a:t>
            </a:r>
          </a:p>
          <a:p>
            <a:r>
              <a:rPr lang="en-US" sz="1100" dirty="0">
                <a:solidFill>
                  <a:schemeClr val="tx2"/>
                </a:solidFill>
              </a:rPr>
              <a:t>export</a:t>
            </a:r>
          </a:p>
        </p:txBody>
      </p:sp>
      <p:cxnSp>
        <p:nvCxnSpPr>
          <p:cNvPr id="21" name="Connecteur droit avec flèche 13">
            <a:extLst>
              <a:ext uri="{FF2B5EF4-FFF2-40B4-BE49-F238E27FC236}">
                <a16:creationId xmlns:a16="http://schemas.microsoft.com/office/drawing/2014/main" id="{D44617BF-420B-450D-9DFD-0AC85CF5147D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533526" y="3447424"/>
            <a:ext cx="1581149" cy="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5599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Export Methods</a:t>
            </a:r>
            <a:br>
              <a:rPr lang="pt-PT" dirty="0"/>
            </a:br>
            <a:r>
              <a:rPr lang="pt-PT" sz="1500" dirty="0"/>
              <a:t>Copy &amp; Paste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17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5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F9C5C85-755E-4C70-BBF5-81A3036E73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506" y="1940329"/>
            <a:ext cx="1947218" cy="1523227"/>
          </a:xfrm>
          <a:prstGeom prst="rect">
            <a:avLst/>
          </a:prstGeom>
        </p:spPr>
      </p:pic>
      <p:sp>
        <p:nvSpPr>
          <p:cNvPr id="11" name="ZoneTexte 12">
            <a:extLst>
              <a:ext uri="{FF2B5EF4-FFF2-40B4-BE49-F238E27FC236}">
                <a16:creationId xmlns:a16="http://schemas.microsoft.com/office/drawing/2014/main" id="{DE99C4B4-44D7-4C72-82F8-2C9250CA15D5}"/>
              </a:ext>
            </a:extLst>
          </p:cNvPr>
          <p:cNvSpPr txBox="1"/>
          <p:nvPr/>
        </p:nvSpPr>
        <p:spPr>
          <a:xfrm>
            <a:off x="642352" y="1045545"/>
            <a:ext cx="21770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Using Ctrl + C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r>
              <a:rPr lang="en-US" sz="1100" dirty="0">
                <a:solidFill>
                  <a:schemeClr val="tx2"/>
                </a:solidFill>
              </a:rPr>
              <a:t> will copy to the clipboard the selected cells to paste in Excel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B0B5A27-8E8A-4304-9E52-1F1836171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9" y="1953181"/>
            <a:ext cx="3542097" cy="2343562"/>
          </a:xfrm>
          <a:prstGeom prst="rect">
            <a:avLst/>
          </a:prstGeom>
        </p:spPr>
      </p:pic>
      <p:cxnSp>
        <p:nvCxnSpPr>
          <p:cNvPr id="13" name="Connecteur droit avec flèche 19">
            <a:extLst>
              <a:ext uri="{FF2B5EF4-FFF2-40B4-BE49-F238E27FC236}">
                <a16:creationId xmlns:a16="http://schemas.microsoft.com/office/drawing/2014/main" id="{46E3E01B-EE00-4D1A-A99E-86762E33528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730876" y="1645709"/>
            <a:ext cx="355099" cy="1516591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2">
            <a:extLst>
              <a:ext uri="{FF2B5EF4-FFF2-40B4-BE49-F238E27FC236}">
                <a16:creationId xmlns:a16="http://schemas.microsoft.com/office/drawing/2014/main" id="{EA65AE2C-0FCE-491D-8348-5C31E9C94CDC}"/>
              </a:ext>
            </a:extLst>
          </p:cNvPr>
          <p:cNvSpPr txBox="1"/>
          <p:nvPr/>
        </p:nvSpPr>
        <p:spPr>
          <a:xfrm>
            <a:off x="4970026" y="1045545"/>
            <a:ext cx="308812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>
                <a:solidFill>
                  <a:schemeClr val="tx2"/>
                </a:solidFill>
              </a:rPr>
              <a:t>eMatch</a:t>
            </a:r>
            <a:r>
              <a:rPr lang="en-US" sz="1100" dirty="0">
                <a:solidFill>
                  <a:schemeClr val="tx2"/>
                </a:solidFill>
              </a:rPr>
              <a:t> will automatically detect when you </a:t>
            </a:r>
          </a:p>
          <a:p>
            <a:r>
              <a:rPr lang="en-US" sz="1100" dirty="0">
                <a:solidFill>
                  <a:schemeClr val="tx2"/>
                </a:solidFill>
              </a:rPr>
              <a:t>try to copy a large amount of data and </a:t>
            </a:r>
          </a:p>
          <a:p>
            <a:r>
              <a:rPr lang="en-US" sz="1100" dirty="0">
                <a:solidFill>
                  <a:schemeClr val="tx2"/>
                </a:solidFill>
              </a:rPr>
              <a:t>you will be asked a confirmation </a:t>
            </a:r>
          </a:p>
        </p:txBody>
      </p:sp>
      <p:cxnSp>
        <p:nvCxnSpPr>
          <p:cNvPr id="19" name="Connecteur droit avec flèche 19">
            <a:extLst>
              <a:ext uri="{FF2B5EF4-FFF2-40B4-BE49-F238E27FC236}">
                <a16:creationId xmlns:a16="http://schemas.microsoft.com/office/drawing/2014/main" id="{F7CF89BA-27B7-400D-BB69-4C41B7EFC247}"/>
              </a:ext>
            </a:extLst>
          </p:cNvPr>
          <p:cNvCxnSpPr>
            <a:cxnSpLocks/>
            <a:stCxn id="18" idx="2"/>
            <a:endCxn id="9" idx="0"/>
          </p:cNvCxnSpPr>
          <p:nvPr/>
        </p:nvCxnSpPr>
        <p:spPr>
          <a:xfrm>
            <a:off x="6514088" y="1645709"/>
            <a:ext cx="101027" cy="294620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12">
            <a:extLst>
              <a:ext uri="{FF2B5EF4-FFF2-40B4-BE49-F238E27FC236}">
                <a16:creationId xmlns:a16="http://schemas.microsoft.com/office/drawing/2014/main" id="{98440FB2-9650-4C22-AFA9-AE610434AAC4}"/>
              </a:ext>
            </a:extLst>
          </p:cNvPr>
          <p:cNvSpPr txBox="1"/>
          <p:nvPr/>
        </p:nvSpPr>
        <p:spPr>
          <a:xfrm>
            <a:off x="4970026" y="3758176"/>
            <a:ext cx="30881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If chosen “Yes/</a:t>
            </a:r>
            <a:r>
              <a:rPr lang="en-US" sz="1100" dirty="0" err="1">
                <a:solidFill>
                  <a:schemeClr val="tx2"/>
                </a:solidFill>
              </a:rPr>
              <a:t>Oui</a:t>
            </a:r>
            <a:r>
              <a:rPr lang="en-US" sz="1100" dirty="0">
                <a:solidFill>
                  <a:schemeClr val="tx2"/>
                </a:solidFill>
              </a:rPr>
              <a:t>”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r>
              <a:rPr lang="en-US" sz="1100" dirty="0">
                <a:solidFill>
                  <a:schemeClr val="tx2"/>
                </a:solidFill>
              </a:rPr>
              <a:t> will display an overlay to let you now that it’s copying the data to the </a:t>
            </a:r>
            <a:r>
              <a:rPr lang="en-US" sz="1100" dirty="0" err="1">
                <a:solidFill>
                  <a:schemeClr val="tx2"/>
                </a:solidFill>
              </a:rPr>
              <a:t>cilpboard</a:t>
            </a:r>
            <a:endParaRPr lang="en-US" sz="1100" dirty="0">
              <a:solidFill>
                <a:schemeClr val="tx2"/>
              </a:solidFill>
            </a:endParaRPr>
          </a:p>
          <a:p>
            <a:endParaRPr lang="en-US" sz="1100" dirty="0">
              <a:solidFill>
                <a:schemeClr val="tx2"/>
              </a:solidFill>
            </a:endParaRPr>
          </a:p>
        </p:txBody>
      </p:sp>
      <p:cxnSp>
        <p:nvCxnSpPr>
          <p:cNvPr id="23" name="Connecteur droit avec flèche 19">
            <a:extLst>
              <a:ext uri="{FF2B5EF4-FFF2-40B4-BE49-F238E27FC236}">
                <a16:creationId xmlns:a16="http://schemas.microsoft.com/office/drawing/2014/main" id="{E097226C-F39C-4CA7-A2D8-4C723F15A467}"/>
              </a:ext>
            </a:extLst>
          </p:cNvPr>
          <p:cNvCxnSpPr>
            <a:cxnSpLocks/>
            <a:stCxn id="9" idx="2"/>
            <a:endCxn id="22" idx="0"/>
          </p:cNvCxnSpPr>
          <p:nvPr/>
        </p:nvCxnSpPr>
        <p:spPr>
          <a:xfrm flipH="1">
            <a:off x="6514088" y="3463556"/>
            <a:ext cx="101027" cy="294620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647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026200B-93B1-4C56-81C5-5CDB572F6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260" y="943557"/>
            <a:ext cx="2972467" cy="10025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Export Methods</a:t>
            </a:r>
            <a:br>
              <a:rPr lang="pt-PT" dirty="0"/>
            </a:br>
            <a:r>
              <a:rPr lang="pt-PT" sz="1500" dirty="0"/>
              <a:t>Convert to Excel Spreadsheet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18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5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08B06D-55DA-43EC-9795-14FC7DAEA400}"/>
              </a:ext>
            </a:extLst>
          </p:cNvPr>
          <p:cNvSpPr/>
          <p:nvPr/>
        </p:nvSpPr>
        <p:spPr>
          <a:xfrm>
            <a:off x="2389493" y="1240385"/>
            <a:ext cx="658507" cy="705721"/>
          </a:xfrm>
          <a:prstGeom prst="rect">
            <a:avLst/>
          </a:prstGeom>
          <a:solidFill>
            <a:srgbClr val="FFFF66">
              <a:alpha val="14118"/>
            </a:srgbClr>
          </a:solidFill>
          <a:ln w="38100">
            <a:solidFill>
              <a:srgbClr val="FFC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2" name="Image 14">
            <a:extLst>
              <a:ext uri="{FF2B5EF4-FFF2-40B4-BE49-F238E27FC236}">
                <a16:creationId xmlns:a16="http://schemas.microsoft.com/office/drawing/2014/main" id="{7803FCE3-2A12-4A6A-9CD3-343AB3FC0F8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51" t="-22216" r="-451" b="22216"/>
          <a:stretch/>
        </p:blipFill>
        <p:spPr>
          <a:xfrm>
            <a:off x="873335" y="1480297"/>
            <a:ext cx="7986713" cy="3240851"/>
          </a:xfrm>
          <a:prstGeom prst="rect">
            <a:avLst/>
          </a:prstGeom>
        </p:spPr>
      </p:pic>
      <p:cxnSp>
        <p:nvCxnSpPr>
          <p:cNvPr id="33" name="Connecteur droit avec flèche 17">
            <a:extLst>
              <a:ext uri="{FF2B5EF4-FFF2-40B4-BE49-F238E27FC236}">
                <a16:creationId xmlns:a16="http://schemas.microsoft.com/office/drawing/2014/main" id="{7C33481E-745B-48E4-ABAA-EABD0540A5CB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3048000" y="1180215"/>
            <a:ext cx="1046802" cy="300082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544CB57-47A4-4AC6-BFD5-9DD75239C1E3}"/>
              </a:ext>
            </a:extLst>
          </p:cNvPr>
          <p:cNvSpPr/>
          <p:nvPr/>
        </p:nvSpPr>
        <p:spPr>
          <a:xfrm>
            <a:off x="873335" y="2220824"/>
            <a:ext cx="7948895" cy="1319970"/>
          </a:xfrm>
          <a:prstGeom prst="rect">
            <a:avLst/>
          </a:prstGeom>
          <a:solidFill>
            <a:srgbClr val="FFFF66">
              <a:alpha val="14118"/>
            </a:srgbClr>
          </a:solidFill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5" name="Connecteur droit avec flèche 22">
            <a:extLst>
              <a:ext uri="{FF2B5EF4-FFF2-40B4-BE49-F238E27FC236}">
                <a16:creationId xmlns:a16="http://schemas.microsoft.com/office/drawing/2014/main" id="{9D1728AF-0C5F-4FAE-9202-BB2984D027AC}"/>
              </a:ext>
            </a:extLst>
          </p:cNvPr>
          <p:cNvCxnSpPr>
            <a:cxnSpLocks/>
          </p:cNvCxnSpPr>
          <p:nvPr/>
        </p:nvCxnSpPr>
        <p:spPr>
          <a:xfrm flipH="1">
            <a:off x="5715000" y="1959213"/>
            <a:ext cx="853055" cy="217306"/>
          </a:xfrm>
          <a:prstGeom prst="straightConnector1">
            <a:avLst/>
          </a:prstGeom>
          <a:ln w="222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26">
            <a:extLst>
              <a:ext uri="{FF2B5EF4-FFF2-40B4-BE49-F238E27FC236}">
                <a16:creationId xmlns:a16="http://schemas.microsoft.com/office/drawing/2014/main" id="{46ECD59C-4F88-4BA3-8E2C-9D11DD05045F}"/>
              </a:ext>
            </a:extLst>
          </p:cNvPr>
          <p:cNvSpPr txBox="1"/>
          <p:nvPr/>
        </p:nvSpPr>
        <p:spPr>
          <a:xfrm>
            <a:off x="4094802" y="880133"/>
            <a:ext cx="21749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Use the button to copy the data inside a spreadsheet, inside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endParaRPr lang="en-US" sz="1100" dirty="0">
              <a:solidFill>
                <a:schemeClr val="tx2"/>
              </a:solidFill>
            </a:endParaRPr>
          </a:p>
        </p:txBody>
      </p:sp>
      <p:sp>
        <p:nvSpPr>
          <p:cNvPr id="37" name="ZoneTexte 28">
            <a:extLst>
              <a:ext uri="{FF2B5EF4-FFF2-40B4-BE49-F238E27FC236}">
                <a16:creationId xmlns:a16="http://schemas.microsoft.com/office/drawing/2014/main" id="{6522D804-BF11-496D-813D-5CFE98BB4131}"/>
              </a:ext>
            </a:extLst>
          </p:cNvPr>
          <p:cNvSpPr txBox="1"/>
          <p:nvPr/>
        </p:nvSpPr>
        <p:spPr>
          <a:xfrm>
            <a:off x="4094802" y="1697603"/>
            <a:ext cx="49465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Access most Excel functionalities inside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r>
              <a:rPr lang="en-US" sz="1100" dirty="0">
                <a:solidFill>
                  <a:schemeClr val="tx2"/>
                </a:solidFill>
              </a:rPr>
              <a:t>, by using the new toolbars </a:t>
            </a:r>
          </a:p>
        </p:txBody>
      </p:sp>
    </p:spTree>
    <p:extLst>
      <p:ext uri="{BB962C8B-B14F-4D97-AF65-F5344CB8AC3E}">
        <p14:creationId xmlns:p14="http://schemas.microsoft.com/office/powerpoint/2010/main" val="7552251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Export Methods</a:t>
            </a:r>
            <a:br>
              <a:rPr lang="pt-PT" dirty="0"/>
            </a:br>
            <a:r>
              <a:rPr lang="pt-PT" sz="1500" dirty="0"/>
              <a:t>Excel Spreadsheet functionalities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19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5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16" name="ZoneTexte 26">
            <a:extLst>
              <a:ext uri="{FF2B5EF4-FFF2-40B4-BE49-F238E27FC236}">
                <a16:creationId xmlns:a16="http://schemas.microsoft.com/office/drawing/2014/main" id="{E68B3478-7663-40A4-99DA-F8290F3DFE32}"/>
              </a:ext>
            </a:extLst>
          </p:cNvPr>
          <p:cNvSpPr txBox="1"/>
          <p:nvPr/>
        </p:nvSpPr>
        <p:spPr>
          <a:xfrm>
            <a:off x="1010926" y="846951"/>
            <a:ext cx="72068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You can benefit from many Excel functionalities: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Change the style, the layout, and add filters as you are used to doing via Excel</a:t>
            </a:r>
          </a:p>
        </p:txBody>
      </p:sp>
      <p:sp>
        <p:nvSpPr>
          <p:cNvPr id="17" name="ZoneTexte 28">
            <a:extLst>
              <a:ext uri="{FF2B5EF4-FFF2-40B4-BE49-F238E27FC236}">
                <a16:creationId xmlns:a16="http://schemas.microsoft.com/office/drawing/2014/main" id="{ED05BD97-B887-438E-9710-12A26C8904D1}"/>
              </a:ext>
            </a:extLst>
          </p:cNvPr>
          <p:cNvSpPr txBox="1"/>
          <p:nvPr/>
        </p:nvSpPr>
        <p:spPr>
          <a:xfrm>
            <a:off x="1010926" y="1984531"/>
            <a:ext cx="8112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Create pivot tables and charts </a:t>
            </a:r>
          </a:p>
        </p:txBody>
      </p:sp>
      <p:pic>
        <p:nvPicPr>
          <p:cNvPr id="19" name="Image 7">
            <a:extLst>
              <a:ext uri="{FF2B5EF4-FFF2-40B4-BE49-F238E27FC236}">
                <a16:creationId xmlns:a16="http://schemas.microsoft.com/office/drawing/2014/main" id="{A9358454-4C76-47FE-85F6-6B445614E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065" y="2245494"/>
            <a:ext cx="5000131" cy="644189"/>
          </a:xfrm>
          <a:prstGeom prst="rect">
            <a:avLst/>
          </a:prstGeom>
        </p:spPr>
      </p:pic>
      <p:sp>
        <p:nvSpPr>
          <p:cNvPr id="20" name="ZoneTexte 16">
            <a:extLst>
              <a:ext uri="{FF2B5EF4-FFF2-40B4-BE49-F238E27FC236}">
                <a16:creationId xmlns:a16="http://schemas.microsoft.com/office/drawing/2014/main" id="{D8FB5E99-DFF3-4413-A752-ECA9949CA17B}"/>
              </a:ext>
            </a:extLst>
          </p:cNvPr>
          <p:cNvSpPr txBox="1"/>
          <p:nvPr/>
        </p:nvSpPr>
        <p:spPr>
          <a:xfrm>
            <a:off x="1010926" y="2940314"/>
            <a:ext cx="8112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You can also Open and Save your documents as XLSX from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r>
              <a:rPr lang="en-US" sz="1100" dirty="0">
                <a:solidFill>
                  <a:schemeClr val="tx2"/>
                </a:solidFill>
              </a:rPr>
              <a:t> or into </a:t>
            </a:r>
            <a:r>
              <a:rPr lang="en-US" sz="1100" dirty="0" err="1">
                <a:solidFill>
                  <a:schemeClr val="tx2"/>
                </a:solidFill>
              </a:rPr>
              <a:t>eMatch</a:t>
            </a:r>
            <a:endParaRPr lang="en-US" sz="1100" dirty="0">
              <a:solidFill>
                <a:schemeClr val="tx2"/>
              </a:solidFill>
            </a:endParaRPr>
          </a:p>
        </p:txBody>
      </p:sp>
      <p:pic>
        <p:nvPicPr>
          <p:cNvPr id="21" name="Image 9">
            <a:extLst>
              <a:ext uri="{FF2B5EF4-FFF2-40B4-BE49-F238E27FC236}">
                <a16:creationId xmlns:a16="http://schemas.microsoft.com/office/drawing/2014/main" id="{5BE14C62-86AE-48FC-A254-37B007B5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297" y="3201661"/>
            <a:ext cx="4026179" cy="659526"/>
          </a:xfrm>
          <a:prstGeom prst="rect">
            <a:avLst/>
          </a:prstGeom>
        </p:spPr>
      </p:pic>
      <p:sp>
        <p:nvSpPr>
          <p:cNvPr id="22" name="ZoneTexte 18">
            <a:extLst>
              <a:ext uri="{FF2B5EF4-FFF2-40B4-BE49-F238E27FC236}">
                <a16:creationId xmlns:a16="http://schemas.microsoft.com/office/drawing/2014/main" id="{6B402EC7-CB89-4A43-9E09-1658DBC055BD}"/>
              </a:ext>
            </a:extLst>
          </p:cNvPr>
          <p:cNvSpPr txBox="1"/>
          <p:nvPr/>
        </p:nvSpPr>
        <p:spPr>
          <a:xfrm>
            <a:off x="1010926" y="3916946"/>
            <a:ext cx="8112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tx2"/>
                </a:solidFill>
              </a:rPr>
              <a:t>You can also use formulas</a:t>
            </a:r>
          </a:p>
        </p:txBody>
      </p:sp>
      <p:pic>
        <p:nvPicPr>
          <p:cNvPr id="23" name="Image 10">
            <a:extLst>
              <a:ext uri="{FF2B5EF4-FFF2-40B4-BE49-F238E27FC236}">
                <a16:creationId xmlns:a16="http://schemas.microsoft.com/office/drawing/2014/main" id="{C0E2E3BD-312D-4AA2-9602-989FFA07E8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065" y="4122271"/>
            <a:ext cx="2230285" cy="665429"/>
          </a:xfrm>
          <a:prstGeom prst="rect">
            <a:avLst/>
          </a:prstGeom>
        </p:spPr>
      </p:pic>
      <p:pic>
        <p:nvPicPr>
          <p:cNvPr id="40" name="Image 6">
            <a:extLst>
              <a:ext uri="{FF2B5EF4-FFF2-40B4-BE49-F238E27FC236}">
                <a16:creationId xmlns:a16="http://schemas.microsoft.com/office/drawing/2014/main" id="{50693492-A5C4-4DB3-9C2A-72A7325B50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2065" y="1283811"/>
            <a:ext cx="6564589" cy="64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7548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6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 err="1"/>
              <a:t>Grid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2608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Grid features</a:t>
            </a:r>
            <a:br>
              <a:rPr lang="pt-PT" dirty="0"/>
            </a:br>
            <a:r>
              <a:rPr lang="pt-PT" sz="1500" dirty="0"/>
              <a:t>Column filters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21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6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7FDF9C-4FE6-45EB-B8A7-DB067670C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55" y="1889121"/>
            <a:ext cx="2307814" cy="21206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84E079-0E6E-4B9D-B6DF-AB4A442E0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969" y="1898646"/>
            <a:ext cx="2277386" cy="20666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278D57-9C42-415E-9398-27E2B737C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6705" y="1898646"/>
            <a:ext cx="2277386" cy="2059845"/>
          </a:xfrm>
          <a:prstGeom prst="rect">
            <a:avLst/>
          </a:prstGeom>
        </p:spPr>
      </p:pic>
      <p:sp>
        <p:nvSpPr>
          <p:cNvPr id="15" name="ZoneTexte 12">
            <a:extLst>
              <a:ext uri="{FF2B5EF4-FFF2-40B4-BE49-F238E27FC236}">
                <a16:creationId xmlns:a16="http://schemas.microsoft.com/office/drawing/2014/main" id="{1462B266-30D8-4C18-94DB-95C4354C4FAB}"/>
              </a:ext>
            </a:extLst>
          </p:cNvPr>
          <p:cNvSpPr txBox="1"/>
          <p:nvPr/>
        </p:nvSpPr>
        <p:spPr>
          <a:xfrm>
            <a:off x="662138" y="1255038"/>
            <a:ext cx="6704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Access </a:t>
            </a:r>
          </a:p>
          <a:p>
            <a:r>
              <a:rPr lang="en-US" sz="1100" dirty="0">
                <a:solidFill>
                  <a:schemeClr val="tx2"/>
                </a:solidFill>
              </a:rPr>
              <a:t>filters</a:t>
            </a:r>
          </a:p>
        </p:txBody>
      </p:sp>
      <p:cxnSp>
        <p:nvCxnSpPr>
          <p:cNvPr id="16" name="Connecteur droit avec flèche 13">
            <a:extLst>
              <a:ext uri="{FF2B5EF4-FFF2-40B4-BE49-F238E27FC236}">
                <a16:creationId xmlns:a16="http://schemas.microsoft.com/office/drawing/2014/main" id="{9DC50BCB-E844-412B-B0A4-943EC3A4F4A0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997356" y="1685925"/>
            <a:ext cx="492212" cy="212721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12">
            <a:extLst>
              <a:ext uri="{FF2B5EF4-FFF2-40B4-BE49-F238E27FC236}">
                <a16:creationId xmlns:a16="http://schemas.microsoft.com/office/drawing/2014/main" id="{26252AAA-E833-468C-BF4A-BE9EEF075256}"/>
              </a:ext>
            </a:extLst>
          </p:cNvPr>
          <p:cNvSpPr txBox="1"/>
          <p:nvPr/>
        </p:nvSpPr>
        <p:spPr>
          <a:xfrm>
            <a:off x="2064373" y="1255038"/>
            <a:ext cx="129795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Filter by value</a:t>
            </a:r>
          </a:p>
          <a:p>
            <a:r>
              <a:rPr lang="en-US" sz="1100" dirty="0">
                <a:solidFill>
                  <a:schemeClr val="tx2"/>
                </a:solidFill>
              </a:rPr>
              <a:t>Searching or selection results</a:t>
            </a:r>
          </a:p>
        </p:txBody>
      </p:sp>
      <p:cxnSp>
        <p:nvCxnSpPr>
          <p:cNvPr id="22" name="Connecteur droit avec flèche 13">
            <a:extLst>
              <a:ext uri="{FF2B5EF4-FFF2-40B4-BE49-F238E27FC236}">
                <a16:creationId xmlns:a16="http://schemas.microsoft.com/office/drawing/2014/main" id="{B6493FAF-4D08-4973-8237-65A3A5A0B914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1724395" y="1555120"/>
            <a:ext cx="339978" cy="57848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ZoneTexte 12">
            <a:extLst>
              <a:ext uri="{FF2B5EF4-FFF2-40B4-BE49-F238E27FC236}">
                <a16:creationId xmlns:a16="http://schemas.microsoft.com/office/drawing/2014/main" id="{8C3384BD-37FB-4A58-86F1-D3598BD319C8}"/>
              </a:ext>
            </a:extLst>
          </p:cNvPr>
          <p:cNvSpPr txBox="1"/>
          <p:nvPr/>
        </p:nvSpPr>
        <p:spPr>
          <a:xfrm>
            <a:off x="3813529" y="1352541"/>
            <a:ext cx="1472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Use one Text Filter</a:t>
            </a:r>
          </a:p>
        </p:txBody>
      </p:sp>
      <p:cxnSp>
        <p:nvCxnSpPr>
          <p:cNvPr id="27" name="Connecteur droit avec flèche 13">
            <a:extLst>
              <a:ext uri="{FF2B5EF4-FFF2-40B4-BE49-F238E27FC236}">
                <a16:creationId xmlns:a16="http://schemas.microsoft.com/office/drawing/2014/main" id="{A0A53A70-0991-4111-A6B7-756F364B9AAB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4549952" y="1614151"/>
            <a:ext cx="155398" cy="519449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12">
            <a:extLst>
              <a:ext uri="{FF2B5EF4-FFF2-40B4-BE49-F238E27FC236}">
                <a16:creationId xmlns:a16="http://schemas.microsoft.com/office/drawing/2014/main" id="{1CF19AE2-2CC6-4EE2-AB8E-B0CF7C10E662}"/>
              </a:ext>
            </a:extLst>
          </p:cNvPr>
          <p:cNvSpPr txBox="1"/>
          <p:nvPr/>
        </p:nvSpPr>
        <p:spPr>
          <a:xfrm>
            <a:off x="6340652" y="1255038"/>
            <a:ext cx="14728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Select “Custom Filter” to apply two distinct Text Filters</a:t>
            </a:r>
          </a:p>
        </p:txBody>
      </p:sp>
      <p:cxnSp>
        <p:nvCxnSpPr>
          <p:cNvPr id="32" name="Connecteur droit avec flèche 13">
            <a:extLst>
              <a:ext uri="{FF2B5EF4-FFF2-40B4-BE49-F238E27FC236}">
                <a16:creationId xmlns:a16="http://schemas.microsoft.com/office/drawing/2014/main" id="{2E2DCE37-EB8F-4247-B813-DA3D5824B3C0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6975188" y="1855202"/>
            <a:ext cx="101887" cy="516523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907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Grid features</a:t>
            </a:r>
            <a:br>
              <a:rPr lang="pt-PT" dirty="0"/>
            </a:br>
            <a:r>
              <a:rPr lang="pt-PT" sz="1500" dirty="0"/>
              <a:t>Column chooser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22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6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15" name="ZoneTexte 12">
            <a:extLst>
              <a:ext uri="{FF2B5EF4-FFF2-40B4-BE49-F238E27FC236}">
                <a16:creationId xmlns:a16="http://schemas.microsoft.com/office/drawing/2014/main" id="{1462B266-30D8-4C18-94DB-95C4354C4FAB}"/>
              </a:ext>
            </a:extLst>
          </p:cNvPr>
          <p:cNvSpPr txBox="1"/>
          <p:nvPr/>
        </p:nvSpPr>
        <p:spPr>
          <a:xfrm>
            <a:off x="524607" y="1501181"/>
            <a:ext cx="92055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Right-Click on column to open the context menu</a:t>
            </a:r>
          </a:p>
        </p:txBody>
      </p:sp>
      <p:sp>
        <p:nvSpPr>
          <p:cNvPr id="26" name="ZoneTexte 12">
            <a:extLst>
              <a:ext uri="{FF2B5EF4-FFF2-40B4-BE49-F238E27FC236}">
                <a16:creationId xmlns:a16="http://schemas.microsoft.com/office/drawing/2014/main" id="{8C3384BD-37FB-4A58-86F1-D3598BD319C8}"/>
              </a:ext>
            </a:extLst>
          </p:cNvPr>
          <p:cNvSpPr txBox="1"/>
          <p:nvPr/>
        </p:nvSpPr>
        <p:spPr>
          <a:xfrm>
            <a:off x="502752" y="2844819"/>
            <a:ext cx="14728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Select “Column Chooser” option</a:t>
            </a:r>
          </a:p>
        </p:txBody>
      </p:sp>
      <p:sp>
        <p:nvSpPr>
          <p:cNvPr id="31" name="ZoneTexte 12">
            <a:extLst>
              <a:ext uri="{FF2B5EF4-FFF2-40B4-BE49-F238E27FC236}">
                <a16:creationId xmlns:a16="http://schemas.microsoft.com/office/drawing/2014/main" id="{1CF19AE2-2CC6-4EE2-AB8E-B0CF7C10E662}"/>
              </a:ext>
            </a:extLst>
          </p:cNvPr>
          <p:cNvSpPr txBox="1"/>
          <p:nvPr/>
        </p:nvSpPr>
        <p:spPr>
          <a:xfrm>
            <a:off x="5781677" y="677546"/>
            <a:ext cx="23907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Can drag &amp; drop columns to and from the grip to add or remove them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428978-ED5A-4033-87C8-62E2C0785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375" y="1238740"/>
            <a:ext cx="1548950" cy="3342134"/>
          </a:xfrm>
          <a:prstGeom prst="rect">
            <a:avLst/>
          </a:prstGeom>
        </p:spPr>
      </p:pic>
      <p:cxnSp>
        <p:nvCxnSpPr>
          <p:cNvPr id="16" name="Connecteur droit avec flèche 13">
            <a:extLst>
              <a:ext uri="{FF2B5EF4-FFF2-40B4-BE49-F238E27FC236}">
                <a16:creationId xmlns:a16="http://schemas.microsoft.com/office/drawing/2014/main" id="{9DC50BCB-E844-412B-B0A4-943EC3A4F4A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445164" y="1324208"/>
            <a:ext cx="721759" cy="646333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13">
            <a:extLst>
              <a:ext uri="{FF2B5EF4-FFF2-40B4-BE49-F238E27FC236}">
                <a16:creationId xmlns:a16="http://schemas.microsoft.com/office/drawing/2014/main" id="{787E4E10-80E3-4B56-96B5-980EB9FFD685}"/>
              </a:ext>
            </a:extLst>
          </p:cNvPr>
          <p:cNvCxnSpPr>
            <a:cxnSpLocks/>
          </p:cNvCxnSpPr>
          <p:nvPr/>
        </p:nvCxnSpPr>
        <p:spPr>
          <a:xfrm flipV="1">
            <a:off x="1710381" y="2767013"/>
            <a:ext cx="527994" cy="29325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A5AD2618-3A3C-4712-A2A6-28291F7CE0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838" y="1569070"/>
            <a:ext cx="4135662" cy="2948574"/>
          </a:xfrm>
          <a:prstGeom prst="rect">
            <a:avLst/>
          </a:prstGeom>
        </p:spPr>
      </p:pic>
      <p:cxnSp>
        <p:nvCxnSpPr>
          <p:cNvPr id="27" name="Connecteur droit avec flèche 13">
            <a:extLst>
              <a:ext uri="{FF2B5EF4-FFF2-40B4-BE49-F238E27FC236}">
                <a16:creationId xmlns:a16="http://schemas.microsoft.com/office/drawing/2014/main" id="{A0A53A70-0991-4111-A6B7-756F364B9AA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977076" y="1277710"/>
            <a:ext cx="0" cy="865415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7183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Grid features</a:t>
            </a:r>
            <a:br>
              <a:rPr lang="pt-PT" dirty="0"/>
            </a:br>
            <a:r>
              <a:rPr lang="pt-PT" sz="1500" dirty="0"/>
              <a:t>Column summary options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23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6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15" name="ZoneTexte 12">
            <a:extLst>
              <a:ext uri="{FF2B5EF4-FFF2-40B4-BE49-F238E27FC236}">
                <a16:creationId xmlns:a16="http://schemas.microsoft.com/office/drawing/2014/main" id="{1462B266-30D8-4C18-94DB-95C4354C4FAB}"/>
              </a:ext>
            </a:extLst>
          </p:cNvPr>
          <p:cNvSpPr txBox="1"/>
          <p:nvPr/>
        </p:nvSpPr>
        <p:spPr>
          <a:xfrm>
            <a:off x="722994" y="1888634"/>
            <a:ext cx="11380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Right-Click in the bottom part of the columns to access the summary options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1D78A1-B29B-4626-A062-C1ED3B271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34" y="1563002"/>
            <a:ext cx="5715798" cy="2505425"/>
          </a:xfrm>
          <a:prstGeom prst="rect">
            <a:avLst/>
          </a:prstGeom>
        </p:spPr>
      </p:pic>
      <p:cxnSp>
        <p:nvCxnSpPr>
          <p:cNvPr id="16" name="Connecteur droit avec flèche 13">
            <a:extLst>
              <a:ext uri="{FF2B5EF4-FFF2-40B4-BE49-F238E27FC236}">
                <a16:creationId xmlns:a16="http://schemas.microsoft.com/office/drawing/2014/main" id="{9DC50BCB-E844-412B-B0A4-943EC3A4F4A0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1861081" y="1995532"/>
            <a:ext cx="891644" cy="447100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12">
            <a:extLst>
              <a:ext uri="{FF2B5EF4-FFF2-40B4-BE49-F238E27FC236}">
                <a16:creationId xmlns:a16="http://schemas.microsoft.com/office/drawing/2014/main" id="{00A20D1B-EA01-4163-8C7A-AB6E8FDB9AAE}"/>
              </a:ext>
            </a:extLst>
          </p:cNvPr>
          <p:cNvSpPr txBox="1"/>
          <p:nvPr/>
        </p:nvSpPr>
        <p:spPr>
          <a:xfrm>
            <a:off x="5774541" y="3100336"/>
            <a:ext cx="11380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tx2"/>
                </a:solidFill>
              </a:rPr>
              <a:t>The type of summary selected will be shown</a:t>
            </a:r>
          </a:p>
        </p:txBody>
      </p:sp>
      <p:cxnSp>
        <p:nvCxnSpPr>
          <p:cNvPr id="33" name="Connecteur droit avec flèche 13">
            <a:extLst>
              <a:ext uri="{FF2B5EF4-FFF2-40B4-BE49-F238E27FC236}">
                <a16:creationId xmlns:a16="http://schemas.microsoft.com/office/drawing/2014/main" id="{E8E48D36-D4EE-4759-AD03-9E8EB2A3BDCF}"/>
              </a:ext>
            </a:extLst>
          </p:cNvPr>
          <p:cNvCxnSpPr>
            <a:cxnSpLocks/>
            <a:stCxn id="28" idx="0"/>
          </p:cNvCxnSpPr>
          <p:nvPr/>
        </p:nvCxnSpPr>
        <p:spPr>
          <a:xfrm flipV="1">
            <a:off x="6343585" y="2219082"/>
            <a:ext cx="0" cy="881254"/>
          </a:xfrm>
          <a:prstGeom prst="straightConnector1">
            <a:avLst/>
          </a:prstGeom>
          <a:ln w="190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215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/>
              <a:t>7</a:t>
            </a:r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2970000" y="953791"/>
            <a:ext cx="4707150" cy="438582"/>
          </a:xfrm>
        </p:spPr>
        <p:txBody>
          <a:bodyPr>
            <a:spAutoFit/>
          </a:bodyPr>
          <a:lstStyle/>
          <a:p>
            <a:r>
              <a:rPr lang="fr-FR" dirty="0"/>
              <a:t>SQL </a:t>
            </a:r>
            <a:r>
              <a:rPr lang="fr-FR" dirty="0" err="1"/>
              <a:t>Requester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96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2FECD-0835-4B35-8C04-7C68E662D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SQL Requester</a:t>
            </a:r>
            <a:endParaRPr lang="fr-FR" sz="15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7235-469F-41B5-99D7-50A5778F2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F4256-B929-4790-A675-39941416C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25</a:t>
            </a:fld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947BA6-91BF-485B-9587-1D12B42AC0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/>
              <a:t>7</a:t>
            </a:r>
            <a:endParaRPr lang="fr-FR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D3A9B-D314-4206-9056-151DB5944C8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ABED52-7C5E-4032-A4B9-546218E10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72" y="943091"/>
            <a:ext cx="8261293" cy="33240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1D9C5E6-D162-4D86-9460-58FE286BE152}"/>
              </a:ext>
            </a:extLst>
          </p:cNvPr>
          <p:cNvSpPr txBox="1"/>
          <p:nvPr/>
        </p:nvSpPr>
        <p:spPr>
          <a:xfrm>
            <a:off x="479600" y="2862975"/>
            <a:ext cx="1053494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tx2"/>
                </a:solidFill>
              </a:rPr>
              <a:t>Access </a:t>
            </a:r>
          </a:p>
          <a:p>
            <a:r>
              <a:rPr lang="pt-PT" sz="1050" dirty="0">
                <a:solidFill>
                  <a:schemeClr val="tx2"/>
                </a:solidFill>
              </a:rPr>
              <a:t>from the menu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D72672-DF65-4383-B1F1-A4EA1309058C}"/>
              </a:ext>
            </a:extLst>
          </p:cNvPr>
          <p:cNvSpPr txBox="1"/>
          <p:nvPr/>
        </p:nvSpPr>
        <p:spPr>
          <a:xfrm>
            <a:off x="4513474" y="692708"/>
            <a:ext cx="829073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tx2"/>
                </a:solidFill>
              </a:rPr>
              <a:t>SQL 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8D44C-A283-4FBF-8AA6-B7708608F06F}"/>
              </a:ext>
            </a:extLst>
          </p:cNvPr>
          <p:cNvSpPr txBox="1"/>
          <p:nvPr/>
        </p:nvSpPr>
        <p:spPr>
          <a:xfrm>
            <a:off x="479600" y="3516571"/>
            <a:ext cx="1019831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tx2"/>
                </a:solidFill>
              </a:rPr>
              <a:t>Access </a:t>
            </a:r>
          </a:p>
          <a:p>
            <a:r>
              <a:rPr lang="pt-PT" sz="1050" dirty="0">
                <a:solidFill>
                  <a:schemeClr val="tx2"/>
                </a:solidFill>
              </a:rPr>
              <a:t>public queries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37D3E3C3-56B0-4133-8EFB-B923931B0EE2}"/>
              </a:ext>
            </a:extLst>
          </p:cNvPr>
          <p:cNvCxnSpPr>
            <a:cxnSpLocks/>
            <a:stCxn id="9" idx="0"/>
          </p:cNvCxnSpPr>
          <p:nvPr/>
        </p:nvCxnSpPr>
        <p:spPr>
          <a:xfrm rot="5400000" flipH="1" flipV="1">
            <a:off x="761716" y="2353892"/>
            <a:ext cx="753715" cy="264453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BD44A70-C520-4B8D-A9F8-C250DB07DA0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5342547" y="819666"/>
            <a:ext cx="693186" cy="753406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D70509E-5301-481E-A5EA-8D74CAF01FD4}"/>
              </a:ext>
            </a:extLst>
          </p:cNvPr>
          <p:cNvCxnSpPr>
            <a:cxnSpLocks/>
          </p:cNvCxnSpPr>
          <p:nvPr/>
        </p:nvCxnSpPr>
        <p:spPr>
          <a:xfrm>
            <a:off x="1381494" y="3709024"/>
            <a:ext cx="431675" cy="222114"/>
          </a:xfrm>
          <a:prstGeom prst="bentConnector3">
            <a:avLst>
              <a:gd name="adj1" fmla="val 50000"/>
            </a:avLst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35497B5-DC49-4ACE-BC30-3C2DB241BA69}"/>
              </a:ext>
            </a:extLst>
          </p:cNvPr>
          <p:cNvSpPr txBox="1"/>
          <p:nvPr/>
        </p:nvSpPr>
        <p:spPr>
          <a:xfrm>
            <a:off x="7136169" y="3154202"/>
            <a:ext cx="1317990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tx2"/>
                </a:solidFill>
              </a:rPr>
              <a:t>Save your queries</a:t>
            </a:r>
          </a:p>
          <a:p>
            <a:r>
              <a:rPr lang="pt-PT" sz="1050" dirty="0">
                <a:solidFill>
                  <a:schemeClr val="tx2"/>
                </a:solidFill>
              </a:rPr>
              <a:t>as public or private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AE362D9-766E-4B4A-98E6-0C2B48FF0A1C}"/>
              </a:ext>
            </a:extLst>
          </p:cNvPr>
          <p:cNvCxnSpPr>
            <a:cxnSpLocks/>
            <a:stCxn id="15" idx="0"/>
          </p:cNvCxnSpPr>
          <p:nvPr/>
        </p:nvCxnSpPr>
        <p:spPr>
          <a:xfrm rot="16200000" flipV="1">
            <a:off x="6718594" y="2077632"/>
            <a:ext cx="582452" cy="1570688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740D74-9867-44F3-AD8F-595AB17DEDDC}"/>
              </a:ext>
            </a:extLst>
          </p:cNvPr>
          <p:cNvSpPr txBox="1"/>
          <p:nvPr/>
        </p:nvSpPr>
        <p:spPr>
          <a:xfrm>
            <a:off x="4970026" y="3501275"/>
            <a:ext cx="1314784" cy="41549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PT" sz="1050" dirty="0">
                <a:solidFill>
                  <a:schemeClr val="tx2"/>
                </a:solidFill>
              </a:rPr>
              <a:t>Select output </a:t>
            </a:r>
          </a:p>
          <a:p>
            <a:r>
              <a:rPr lang="pt-PT" sz="1050" dirty="0">
                <a:solidFill>
                  <a:schemeClr val="tx2"/>
                </a:solidFill>
              </a:rPr>
              <a:t>of the SQL request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960464E8-8957-4A01-9563-D24C72B19DF1}"/>
              </a:ext>
            </a:extLst>
          </p:cNvPr>
          <p:cNvCxnSpPr>
            <a:cxnSpLocks/>
            <a:stCxn id="35" idx="1"/>
          </p:cNvCxnSpPr>
          <p:nvPr/>
        </p:nvCxnSpPr>
        <p:spPr>
          <a:xfrm rot="10800000">
            <a:off x="4337622" y="2801268"/>
            <a:ext cx="632405" cy="907756"/>
          </a:xfrm>
          <a:prstGeom prst="bentConnector2">
            <a:avLst/>
          </a:prstGeom>
          <a:ln w="19050">
            <a:solidFill>
              <a:schemeClr val="tx2"/>
            </a:solidFill>
            <a:miter lim="800000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3327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quarter" idx="13"/>
          </p:nvPr>
        </p:nvSpPr>
        <p:spPr>
          <a:xfrm>
            <a:off x="1080000" y="580440"/>
            <a:ext cx="7400612" cy="448264"/>
          </a:xfrm>
        </p:spPr>
        <p:txBody>
          <a:bodyPr>
            <a:spAutoFit/>
          </a:bodyPr>
          <a:lstStyle/>
          <a:p>
            <a:r>
              <a:rPr lang="fr-FR" dirty="0"/>
              <a:t>Q&amp;A</a:t>
            </a:r>
          </a:p>
          <a:p>
            <a:pPr lvl="1"/>
            <a:endParaRPr lang="fr-FR" dirty="0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pt-PT"/>
              <a:t>30 MARCH 2022</a:t>
            </a:r>
            <a:endParaRPr lang="fr-FR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DSI - eMatch GUI Presentation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85FF9-ADA8-465B-B1B8-A5AF16A5E141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5468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NATIXIS 2017">
  <a:themeElements>
    <a:clrScheme name="NATIXIS 2017">
      <a:dk1>
        <a:sysClr val="windowText" lastClr="000000"/>
      </a:dk1>
      <a:lt1>
        <a:sysClr val="window" lastClr="FFFFFF"/>
      </a:lt1>
      <a:dk2>
        <a:srgbClr val="581D74"/>
      </a:dk2>
      <a:lt2>
        <a:srgbClr val="707372"/>
      </a:lt2>
      <a:accent1>
        <a:srgbClr val="4D6995"/>
      </a:accent1>
      <a:accent2>
        <a:srgbClr val="AF1280"/>
      </a:accent2>
      <a:accent3>
        <a:srgbClr val="B14EB5"/>
      </a:accent3>
      <a:accent4>
        <a:srgbClr val="F07E53"/>
      </a:accent4>
      <a:accent5>
        <a:srgbClr val="7197BA"/>
      </a:accent5>
      <a:accent6>
        <a:srgbClr val="2499B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116DFCF51F234D98C5DAC316142B39" ma:contentTypeVersion="7" ma:contentTypeDescription="Create a new document." ma:contentTypeScope="" ma:versionID="cfab98c83dbc29d99567446978416afa">
  <xsd:schema xmlns:xsd="http://www.w3.org/2001/XMLSchema" xmlns:xs="http://www.w3.org/2001/XMLSchema" xmlns:p="http://schemas.microsoft.com/office/2006/metadata/properties" xmlns:ns2="bc874318-1a07-4d09-b028-3484bbed4e99" targetNamespace="http://schemas.microsoft.com/office/2006/metadata/properties" ma:root="true" ma:fieldsID="5eef8881ab483e8e82426f7de84f0882" ns2:_="">
    <xsd:import namespace="bc874318-1a07-4d09-b028-3484bbed4e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74318-1a07-4d09-b028-3484bbed4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c52eb4dc-0ef3-4aa8-8e03-025dbf6c8637" ContentTypeId="0x0101" PreviousValue="false"/>
</file>

<file path=customXml/itemProps1.xml><?xml version="1.0" encoding="utf-8"?>
<ds:datastoreItem xmlns:ds="http://schemas.openxmlformats.org/officeDocument/2006/customXml" ds:itemID="{F2CBB7A1-9A9A-4072-9B1D-27EFDC67D5B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157D0B-BAA6-4031-BDEE-4346CB5E756E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  <ds:schemaRef ds:uri="bc874318-1a07-4d09-b028-3484bbed4e9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44DD3B6-5CB5-4C3D-9A5F-F87BF500B5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874318-1a07-4d09-b028-3484bbed4e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951C1809-A5B8-4ADC-B9A5-96E33B13F891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30791</TotalTime>
  <Words>876</Words>
  <Application>Microsoft Office PowerPoint</Application>
  <PresentationFormat>On-screen Show (16:9)</PresentationFormat>
  <Paragraphs>244</Paragraphs>
  <Slides>26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Wingdings</vt:lpstr>
      <vt:lpstr>Wingdings 3</vt:lpstr>
      <vt:lpstr>Thème NATIXIS 2017</vt:lpstr>
      <vt:lpstr>eMatch GUI Presentation</vt:lpstr>
      <vt:lpstr>PowerPoint Presentation</vt:lpstr>
      <vt:lpstr>Overview </vt:lpstr>
      <vt:lpstr>Overview </vt:lpstr>
      <vt:lpstr>Menu</vt:lpstr>
      <vt:lpstr>Menu</vt:lpstr>
      <vt:lpstr>Dashboard</vt:lpstr>
      <vt:lpstr>Dashboard Overview</vt:lpstr>
      <vt:lpstr>Dashboard Calendar Widget</vt:lpstr>
      <vt:lpstr>Dashboard Subscribe Indicators</vt:lpstr>
      <vt:lpstr>Dashboard Customize the layout</vt:lpstr>
      <vt:lpstr>BOOKMARKS</vt:lpstr>
      <vt:lpstr>Bookmarks How to create and open a bookmark</vt:lpstr>
      <vt:lpstr>Bookmarks What is persisted</vt:lpstr>
      <vt:lpstr>Export methods</vt:lpstr>
      <vt:lpstr>Export Methods Export to XLS, XLSX or CSV</vt:lpstr>
      <vt:lpstr>Export Methods Copy &amp; Paste</vt:lpstr>
      <vt:lpstr>Export Methods Convert to Excel Spreadsheet</vt:lpstr>
      <vt:lpstr>Export Methods Excel Spreadsheet functionalities</vt:lpstr>
      <vt:lpstr>Grid Features</vt:lpstr>
      <vt:lpstr>Grid features Column filters</vt:lpstr>
      <vt:lpstr>Grid features Column chooser</vt:lpstr>
      <vt:lpstr>Grid features Column summary options</vt:lpstr>
      <vt:lpstr>SQL Requester</vt:lpstr>
      <vt:lpstr>SQL Requester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planet4</dc:creator>
  <cp:lastModifiedBy>MONTEIRO Leonardo</cp:lastModifiedBy>
  <cp:revision>170</cp:revision>
  <dcterms:created xsi:type="dcterms:W3CDTF">2017-03-22T11:46:51Z</dcterms:created>
  <dcterms:modified xsi:type="dcterms:W3CDTF">2022-04-01T08:21:13Z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e83a6fe-0b6e-4399-9d09-a1c8d8d5000c_Enabled">
    <vt:lpwstr>True</vt:lpwstr>
  </property>
  <property fmtid="{D5CDD505-2E9C-101B-9397-08002B2CF9AE}" pid="3" name="MSIP_Label_6e83a6fe-0b6e-4399-9d09-a1c8d8d5000c_SiteId">
    <vt:lpwstr>d5bb6d35-8a82-4329-b49a-5030bd6497ab</vt:lpwstr>
  </property>
  <property fmtid="{D5CDD505-2E9C-101B-9397-08002B2CF9AE}" pid="4" name="MSIP_Label_6e83a6fe-0b6e-4399-9d09-a1c8d8d5000c_Owner">
    <vt:lpwstr>jretiere@cib.net</vt:lpwstr>
  </property>
  <property fmtid="{D5CDD505-2E9C-101B-9397-08002B2CF9AE}" pid="5" name="MSIP_Label_6e83a6fe-0b6e-4399-9d09-a1c8d8d5000c_SetDate">
    <vt:lpwstr>2020-05-25T14:58:10.8304416Z</vt:lpwstr>
  </property>
  <property fmtid="{D5CDD505-2E9C-101B-9397-08002B2CF9AE}" pid="6" name="MSIP_Label_6e83a6fe-0b6e-4399-9d09-a1c8d8d5000c_Name">
    <vt:lpwstr>C1 - Public Natixis</vt:lpwstr>
  </property>
  <property fmtid="{D5CDD505-2E9C-101B-9397-08002B2CF9AE}" pid="7" name="MSIP_Label_6e83a6fe-0b6e-4399-9d09-a1c8d8d5000c_Application">
    <vt:lpwstr>Microsoft Azure Information Protection</vt:lpwstr>
  </property>
  <property fmtid="{D5CDD505-2E9C-101B-9397-08002B2CF9AE}" pid="8" name="MSIP_Label_6e83a6fe-0b6e-4399-9d09-a1c8d8d5000c_ActionId">
    <vt:lpwstr>b83e3ce1-f6b1-46c1-85a9-4c63e0d13b76</vt:lpwstr>
  </property>
  <property fmtid="{D5CDD505-2E9C-101B-9397-08002B2CF9AE}" pid="9" name="MSIP_Label_6e83a6fe-0b6e-4399-9d09-a1c8d8d5000c_Extended_MSFT_Method">
    <vt:lpwstr>Manual</vt:lpwstr>
  </property>
  <property fmtid="{D5CDD505-2E9C-101B-9397-08002B2CF9AE}" pid="10" name="Sensitivity">
    <vt:lpwstr>C1 - Public Natixis</vt:lpwstr>
  </property>
  <property fmtid="{D5CDD505-2E9C-101B-9397-08002B2CF9AE}" pid="11" name="ContentTypeId">
    <vt:lpwstr>0x010100CE116DFCF51F234D98C5DAC316142B39</vt:lpwstr>
  </property>
</Properties>
</file>